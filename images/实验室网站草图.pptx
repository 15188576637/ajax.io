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4" r:id="rId3"/>
    <p:sldId id="260"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95D9"/>
    <a:srgbClr val="9EC5EA"/>
    <a:srgbClr val="DCEAF7"/>
    <a:srgbClr val="F6F6F6"/>
    <a:srgbClr val="527BBD"/>
    <a:srgbClr val="0B1F3A"/>
    <a:srgbClr val="DCE5F0"/>
    <a:srgbClr val="C9D3E1"/>
    <a:srgbClr val="D2DBE6"/>
    <a:srgbClr val="CAD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95F94D-AD84-4D60-BBE4-7B4273293F69}" v="2" dt="2026-01-17T15:43:56.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77" autoAdjust="0"/>
    <p:restoredTop sz="94660"/>
  </p:normalViewPr>
  <p:slideViewPr>
    <p:cSldViewPr snapToGrid="0">
      <p:cViewPr>
        <p:scale>
          <a:sx n="100" d="100"/>
          <a:sy n="100" d="100"/>
        </p:scale>
        <p:origin x="1891"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Ping" userId="3c7fe206-6a12-4a3a-86f3-7d87d0c80f7f" providerId="ADAL" clId="{0F0D1072-37C2-4A6E-919B-C2482E9BBC19}"/>
    <pc:docChg chg="undo custSel addSld delSld modSld sldOrd">
      <pc:chgData name="WANG Ping" userId="3c7fe206-6a12-4a3a-86f3-7d87d0c80f7f" providerId="ADAL" clId="{0F0D1072-37C2-4A6E-919B-C2482E9BBC19}" dt="2026-01-17T15:44:01.227" v="562" actId="12788"/>
      <pc:docMkLst>
        <pc:docMk/>
      </pc:docMkLst>
      <pc:sldChg chg="addSp delSp modSp mod ord">
        <pc:chgData name="WANG Ping" userId="3c7fe206-6a12-4a3a-86f3-7d87d0c80f7f" providerId="ADAL" clId="{0F0D1072-37C2-4A6E-919B-C2482E9BBC19}" dt="2026-01-09T16:00:31.097" v="521"/>
        <pc:sldMkLst>
          <pc:docMk/>
          <pc:sldMk cId="1677509778" sldId="257"/>
        </pc:sldMkLst>
        <pc:spChg chg="add mod">
          <ac:chgData name="WANG Ping" userId="3c7fe206-6a12-4a3a-86f3-7d87d0c80f7f" providerId="ADAL" clId="{0F0D1072-37C2-4A6E-919B-C2482E9BBC19}" dt="2026-01-08T14:41:06.972" v="349" actId="1076"/>
          <ac:spMkLst>
            <pc:docMk/>
            <pc:sldMk cId="1677509778" sldId="257"/>
            <ac:spMk id="2" creationId="{01C1C04A-D46B-0EAD-9420-DE50911535A3}"/>
          </ac:spMkLst>
        </pc:spChg>
        <pc:spChg chg="add mod">
          <ac:chgData name="WANG Ping" userId="3c7fe206-6a12-4a3a-86f3-7d87d0c80f7f" providerId="ADAL" clId="{0F0D1072-37C2-4A6E-919B-C2482E9BBC19}" dt="2026-01-08T14:41:06.972" v="349" actId="1076"/>
          <ac:spMkLst>
            <pc:docMk/>
            <pc:sldMk cId="1677509778" sldId="257"/>
            <ac:spMk id="4" creationId="{DD7B024A-03CA-B1D8-094B-9D9ABE079628}"/>
          </ac:spMkLst>
        </pc:spChg>
        <pc:spChg chg="add mod">
          <ac:chgData name="WANG Ping" userId="3c7fe206-6a12-4a3a-86f3-7d87d0c80f7f" providerId="ADAL" clId="{0F0D1072-37C2-4A6E-919B-C2482E9BBC19}" dt="2026-01-08T15:21:52.761" v="374" actId="1036"/>
          <ac:spMkLst>
            <pc:docMk/>
            <pc:sldMk cId="1677509778" sldId="257"/>
            <ac:spMk id="19" creationId="{2705C0A1-3206-0179-565E-F67A40C5C351}"/>
          </ac:spMkLst>
        </pc:spChg>
        <pc:spChg chg="mod">
          <ac:chgData name="WANG Ping" userId="3c7fe206-6a12-4a3a-86f3-7d87d0c80f7f" providerId="ADAL" clId="{0F0D1072-37C2-4A6E-919B-C2482E9BBC19}" dt="2026-01-08T14:36:52.168" v="305" actId="1076"/>
          <ac:spMkLst>
            <pc:docMk/>
            <pc:sldMk cId="1677509778" sldId="257"/>
            <ac:spMk id="30" creationId="{7529AF9F-5621-60DC-D5EA-210C2F1F64B3}"/>
          </ac:spMkLst>
        </pc:spChg>
        <pc:picChg chg="add mod">
          <ac:chgData name="WANG Ping" userId="3c7fe206-6a12-4a3a-86f3-7d87d0c80f7f" providerId="ADAL" clId="{0F0D1072-37C2-4A6E-919B-C2482E9BBC19}" dt="2026-01-08T14:41:06.972" v="349" actId="1076"/>
          <ac:picMkLst>
            <pc:docMk/>
            <pc:sldMk cId="1677509778" sldId="257"/>
            <ac:picMk id="8" creationId="{00699CDC-44E4-F21E-BC1C-EB99B0C745DE}"/>
          </ac:picMkLst>
        </pc:picChg>
        <pc:picChg chg="add mod modCrop">
          <ac:chgData name="WANG Ping" userId="3c7fe206-6a12-4a3a-86f3-7d87d0c80f7f" providerId="ADAL" clId="{0F0D1072-37C2-4A6E-919B-C2482E9BBC19}" dt="2026-01-08T14:41:06.972" v="349" actId="1076"/>
          <ac:picMkLst>
            <pc:docMk/>
            <pc:sldMk cId="1677509778" sldId="257"/>
            <ac:picMk id="14" creationId="{85C154CF-1134-9037-9816-B47A0091BAA8}"/>
          </ac:picMkLst>
        </pc:picChg>
        <pc:picChg chg="add mod">
          <ac:chgData name="WANG Ping" userId="3c7fe206-6a12-4a3a-86f3-7d87d0c80f7f" providerId="ADAL" clId="{0F0D1072-37C2-4A6E-919B-C2482E9BBC19}" dt="2026-01-08T14:44:00.992" v="353" actId="1076"/>
          <ac:picMkLst>
            <pc:docMk/>
            <pc:sldMk cId="1677509778" sldId="257"/>
            <ac:picMk id="16" creationId="{8E89564F-F6B0-4465-7D68-A66405D29A14}"/>
          </ac:picMkLst>
        </pc:picChg>
        <pc:picChg chg="add mod modCrop">
          <ac:chgData name="WANG Ping" userId="3c7fe206-6a12-4a3a-86f3-7d87d0c80f7f" providerId="ADAL" clId="{0F0D1072-37C2-4A6E-919B-C2482E9BBC19}" dt="2026-01-08T15:21:52.761" v="374" actId="1036"/>
          <ac:picMkLst>
            <pc:docMk/>
            <pc:sldMk cId="1677509778" sldId="257"/>
            <ac:picMk id="18" creationId="{E2C22980-46F6-F23A-4F0F-7941ACD7E470}"/>
          </ac:picMkLst>
        </pc:picChg>
        <pc:picChg chg="mod">
          <ac:chgData name="WANG Ping" userId="3c7fe206-6a12-4a3a-86f3-7d87d0c80f7f" providerId="ADAL" clId="{0F0D1072-37C2-4A6E-919B-C2482E9BBC19}" dt="2026-01-08T14:36:52.168" v="305" actId="1076"/>
          <ac:picMkLst>
            <pc:docMk/>
            <pc:sldMk cId="1677509778" sldId="257"/>
            <ac:picMk id="29" creationId="{39BD0E18-66F7-4F75-6476-7F7507B2A6AD}"/>
          </ac:picMkLst>
        </pc:picChg>
        <pc:picChg chg="mod">
          <ac:chgData name="WANG Ping" userId="3c7fe206-6a12-4a3a-86f3-7d87d0c80f7f" providerId="ADAL" clId="{0F0D1072-37C2-4A6E-919B-C2482E9BBC19}" dt="2026-01-08T14:09:35.076" v="88" actId="1076"/>
          <ac:picMkLst>
            <pc:docMk/>
            <pc:sldMk cId="1677509778" sldId="257"/>
            <ac:picMk id="31" creationId="{2E1F8FCD-B943-04C9-6ED0-8D63652F7B11}"/>
          </ac:picMkLst>
        </pc:picChg>
        <pc:picChg chg="add mod">
          <ac:chgData name="WANG Ping" userId="3c7fe206-6a12-4a3a-86f3-7d87d0c80f7f" providerId="ADAL" clId="{0F0D1072-37C2-4A6E-919B-C2482E9BBC19}" dt="2026-01-08T14:36:52.168" v="305" actId="1076"/>
          <ac:picMkLst>
            <pc:docMk/>
            <pc:sldMk cId="1677509778" sldId="257"/>
            <ac:picMk id="41" creationId="{890605B7-59A2-78F6-C8DF-043B4B250E02}"/>
          </ac:picMkLst>
        </pc:picChg>
      </pc:sldChg>
      <pc:sldChg chg="addSp delSp modSp new mod">
        <pc:chgData name="WANG Ping" userId="3c7fe206-6a12-4a3a-86f3-7d87d0c80f7f" providerId="ADAL" clId="{0F0D1072-37C2-4A6E-919B-C2482E9BBC19}" dt="2026-01-09T15:59:33.747" v="519" actId="1076"/>
        <pc:sldMkLst>
          <pc:docMk/>
          <pc:sldMk cId="1768559156" sldId="258"/>
        </pc:sldMkLst>
        <pc:spChg chg="add mod">
          <ac:chgData name="WANG Ping" userId="3c7fe206-6a12-4a3a-86f3-7d87d0c80f7f" providerId="ADAL" clId="{0F0D1072-37C2-4A6E-919B-C2482E9BBC19}" dt="2026-01-09T15:59:33.747" v="519" actId="1076"/>
          <ac:spMkLst>
            <pc:docMk/>
            <pc:sldMk cId="1768559156" sldId="258"/>
            <ac:spMk id="6" creationId="{B3556212-EF54-D918-4854-DDE8C4EB4A39}"/>
          </ac:spMkLst>
        </pc:spChg>
        <pc:spChg chg="add mod">
          <ac:chgData name="WANG Ping" userId="3c7fe206-6a12-4a3a-86f3-7d87d0c80f7f" providerId="ADAL" clId="{0F0D1072-37C2-4A6E-919B-C2482E9BBC19}" dt="2026-01-09T15:59:33.747" v="519" actId="1076"/>
          <ac:spMkLst>
            <pc:docMk/>
            <pc:sldMk cId="1768559156" sldId="258"/>
            <ac:spMk id="8" creationId="{7C0E56B2-356E-7FC1-6579-F06A9547E4F5}"/>
          </ac:spMkLst>
        </pc:spChg>
        <pc:picChg chg="add mod modCrop">
          <ac:chgData name="WANG Ping" userId="3c7fe206-6a12-4a3a-86f3-7d87d0c80f7f" providerId="ADAL" clId="{0F0D1072-37C2-4A6E-919B-C2482E9BBC19}" dt="2026-01-09T15:59:33.747" v="519" actId="1076"/>
          <ac:picMkLst>
            <pc:docMk/>
            <pc:sldMk cId="1768559156" sldId="258"/>
            <ac:picMk id="5" creationId="{F892C2B5-0B39-7340-1120-1A5189CE95F0}"/>
          </ac:picMkLst>
        </pc:picChg>
      </pc:sldChg>
      <pc:sldChg chg="addSp modSp mod">
        <pc:chgData name="WANG Ping" userId="3c7fe206-6a12-4a3a-86f3-7d87d0c80f7f" providerId="ADAL" clId="{0F0D1072-37C2-4A6E-919B-C2482E9BBC19}" dt="2026-01-17T15:44:01.227" v="562" actId="12788"/>
        <pc:sldMkLst>
          <pc:docMk/>
          <pc:sldMk cId="1495762061" sldId="259"/>
        </pc:sldMkLst>
        <pc:spChg chg="add mod ord">
          <ac:chgData name="WANG Ping" userId="3c7fe206-6a12-4a3a-86f3-7d87d0c80f7f" providerId="ADAL" clId="{0F0D1072-37C2-4A6E-919B-C2482E9BBC19}" dt="2026-01-17T15:43:45.086" v="541" actId="164"/>
          <ac:spMkLst>
            <pc:docMk/>
            <pc:sldMk cId="1495762061" sldId="259"/>
            <ac:spMk id="2" creationId="{F870900E-5E45-D892-6618-E3D8DCFF61DD}"/>
          </ac:spMkLst>
        </pc:spChg>
        <pc:spChg chg="mod">
          <ac:chgData name="WANG Ping" userId="3c7fe206-6a12-4a3a-86f3-7d87d0c80f7f" providerId="ADAL" clId="{0F0D1072-37C2-4A6E-919B-C2482E9BBC19}" dt="2026-01-17T15:43:56.519" v="561" actId="164"/>
          <ac:spMkLst>
            <pc:docMk/>
            <pc:sldMk cId="1495762061" sldId="259"/>
            <ac:spMk id="15" creationId="{1E49E9C2-D973-9000-999C-5E85B17880A5}"/>
          </ac:spMkLst>
        </pc:spChg>
        <pc:grpChg chg="add mod">
          <ac:chgData name="WANG Ping" userId="3c7fe206-6a12-4a3a-86f3-7d87d0c80f7f" providerId="ADAL" clId="{0F0D1072-37C2-4A6E-919B-C2482E9BBC19}" dt="2026-01-17T15:44:01.227" v="562" actId="12788"/>
          <ac:grpSpMkLst>
            <pc:docMk/>
            <pc:sldMk cId="1495762061" sldId="259"/>
            <ac:grpSpMk id="4" creationId="{902E9841-3CF8-F5AD-7067-2C4288DC6813}"/>
          </ac:grpSpMkLst>
        </pc:grpChg>
        <pc:grpChg chg="add mod">
          <ac:chgData name="WANG Ping" userId="3c7fe206-6a12-4a3a-86f3-7d87d0c80f7f" providerId="ADAL" clId="{0F0D1072-37C2-4A6E-919B-C2482E9BBC19}" dt="2026-01-17T15:44:01.227" v="562" actId="12788"/>
          <ac:grpSpMkLst>
            <pc:docMk/>
            <pc:sldMk cId="1495762061" sldId="259"/>
            <ac:grpSpMk id="6" creationId="{058E8EF7-F50A-28AE-571B-AE292A590C9D}"/>
          </ac:grpSpMkLst>
        </pc:grpChg>
        <pc:picChg chg="mod">
          <ac:chgData name="WANG Ping" userId="3c7fe206-6a12-4a3a-86f3-7d87d0c80f7f" providerId="ADAL" clId="{0F0D1072-37C2-4A6E-919B-C2482E9BBC19}" dt="2026-01-17T15:43:45.086" v="541" actId="164"/>
          <ac:picMkLst>
            <pc:docMk/>
            <pc:sldMk cId="1495762061" sldId="259"/>
            <ac:picMk id="3" creationId="{41B9CE84-E69B-0E47-8B74-86A0092F8D32}"/>
          </ac:picMkLst>
        </pc:picChg>
        <pc:picChg chg="mod">
          <ac:chgData name="WANG Ping" userId="3c7fe206-6a12-4a3a-86f3-7d87d0c80f7f" providerId="ADAL" clId="{0F0D1072-37C2-4A6E-919B-C2482E9BBC19}" dt="2026-01-17T15:43:56.519" v="561" actId="164"/>
          <ac:picMkLst>
            <pc:docMk/>
            <pc:sldMk cId="1495762061" sldId="259"/>
            <ac:picMk id="5" creationId="{08670FD9-B371-3E32-9C7F-B228BE8DD33B}"/>
          </ac:picMkLst>
        </pc:picChg>
      </pc:sldChg>
    </pc:docChg>
  </pc:docChgLst>
  <pc:docChgLst>
    <pc:chgData name="WANG Ping" userId="3c7fe206-6a12-4a3a-86f3-7d87d0c80f7f" providerId="ADAL" clId="{21EA9BA2-71CC-42BC-94FE-44FE1C80A220}"/>
    <pc:docChg chg="undo redo custSel addSld delSld modSld sldOrd">
      <pc:chgData name="WANG Ping" userId="3c7fe206-6a12-4a3a-86f3-7d87d0c80f7f" providerId="ADAL" clId="{21EA9BA2-71CC-42BC-94FE-44FE1C80A220}" dt="2026-01-13T17:27:49.018" v="2435" actId="12788"/>
      <pc:docMkLst>
        <pc:docMk/>
      </pc:docMkLst>
      <pc:sldChg chg="addSp delSp modSp new mod">
        <pc:chgData name="WANG Ping" userId="3c7fe206-6a12-4a3a-86f3-7d87d0c80f7f" providerId="ADAL" clId="{21EA9BA2-71CC-42BC-94FE-44FE1C80A220}" dt="2026-01-09T18:33:10.806" v="905" actId="1035"/>
        <pc:sldMkLst>
          <pc:docMk/>
          <pc:sldMk cId="1677509778" sldId="257"/>
        </pc:sldMkLst>
        <pc:spChg chg="mod">
          <ac:chgData name="WANG Ping" userId="3c7fe206-6a12-4a3a-86f3-7d87d0c80f7f" providerId="ADAL" clId="{21EA9BA2-71CC-42BC-94FE-44FE1C80A220}" dt="2026-01-09T18:27:03.582" v="884" actId="1076"/>
          <ac:spMkLst>
            <pc:docMk/>
            <pc:sldMk cId="1677509778" sldId="257"/>
            <ac:spMk id="2" creationId="{01C1C04A-D46B-0EAD-9420-DE50911535A3}"/>
          </ac:spMkLst>
        </pc:spChg>
        <pc:spChg chg="mod">
          <ac:chgData name="WANG Ping" userId="3c7fe206-6a12-4a3a-86f3-7d87d0c80f7f" providerId="ADAL" clId="{21EA9BA2-71CC-42BC-94FE-44FE1C80A220}" dt="2026-01-09T18:26:56.017" v="882" actId="1076"/>
          <ac:spMkLst>
            <pc:docMk/>
            <pc:sldMk cId="1677509778" sldId="257"/>
            <ac:spMk id="4" creationId="{DD7B024A-03CA-B1D8-094B-9D9ABE079628}"/>
          </ac:spMkLst>
        </pc:spChg>
        <pc:spChg chg="mod">
          <ac:chgData name="WANG Ping" userId="3c7fe206-6a12-4a3a-86f3-7d87d0c80f7f" providerId="ADAL" clId="{21EA9BA2-71CC-42BC-94FE-44FE1C80A220}" dt="2026-01-09T18:26:59.942" v="883" actId="1076"/>
          <ac:spMkLst>
            <pc:docMk/>
            <pc:sldMk cId="1677509778" sldId="257"/>
            <ac:spMk id="19" creationId="{2705C0A1-3206-0179-565E-F67A40C5C351}"/>
          </ac:spMkLst>
        </pc:spChg>
        <pc:spChg chg="add mod">
          <ac:chgData name="WANG Ping" userId="3c7fe206-6a12-4a3a-86f3-7d87d0c80f7f" providerId="ADAL" clId="{21EA9BA2-71CC-42BC-94FE-44FE1C80A220}" dt="2026-01-09T18:33:07.516" v="899" actId="164"/>
          <ac:spMkLst>
            <pc:docMk/>
            <pc:sldMk cId="1677509778" sldId="257"/>
            <ac:spMk id="30" creationId="{7529AF9F-5621-60DC-D5EA-210C2F1F64B3}"/>
          </ac:spMkLst>
        </pc:spChg>
        <pc:spChg chg="add mod">
          <ac:chgData name="WANG Ping" userId="3c7fe206-6a12-4a3a-86f3-7d87d0c80f7f" providerId="ADAL" clId="{21EA9BA2-71CC-42BC-94FE-44FE1C80A220}" dt="2026-01-09T18:26:56.017" v="882" actId="1076"/>
          <ac:spMkLst>
            <pc:docMk/>
            <pc:sldMk cId="1677509778" sldId="257"/>
            <ac:spMk id="32" creationId="{C8FC1CC7-82EC-6EF4-B8F5-9E72495C87F8}"/>
          </ac:spMkLst>
        </pc:spChg>
        <pc:spChg chg="add mod ord">
          <ac:chgData name="WANG Ping" userId="3c7fe206-6a12-4a3a-86f3-7d87d0c80f7f" providerId="ADAL" clId="{21EA9BA2-71CC-42BC-94FE-44FE1C80A220}" dt="2026-01-09T18:26:56.017" v="882" actId="1076"/>
          <ac:spMkLst>
            <pc:docMk/>
            <pc:sldMk cId="1677509778" sldId="257"/>
            <ac:spMk id="33" creationId="{F0871B9E-DC09-286D-2754-46B3578A9B5E}"/>
          </ac:spMkLst>
        </pc:spChg>
        <pc:grpChg chg="add mod">
          <ac:chgData name="WANG Ping" userId="3c7fe206-6a12-4a3a-86f3-7d87d0c80f7f" providerId="ADAL" clId="{21EA9BA2-71CC-42BC-94FE-44FE1C80A220}" dt="2026-01-09T18:33:10.806" v="905" actId="1035"/>
          <ac:grpSpMkLst>
            <pc:docMk/>
            <pc:sldMk cId="1677509778" sldId="257"/>
            <ac:grpSpMk id="3" creationId="{B1B993BB-0457-D081-3F1E-B86B3B433955}"/>
          </ac:grpSpMkLst>
        </pc:grpChg>
        <pc:picChg chg="mod">
          <ac:chgData name="WANG Ping" userId="3c7fe206-6a12-4a3a-86f3-7d87d0c80f7f" providerId="ADAL" clId="{21EA9BA2-71CC-42BC-94FE-44FE1C80A220}" dt="2026-01-09T18:26:56.017" v="882" actId="1076"/>
          <ac:picMkLst>
            <pc:docMk/>
            <pc:sldMk cId="1677509778" sldId="257"/>
            <ac:picMk id="8" creationId="{00699CDC-44E4-F21E-BC1C-EB99B0C745DE}"/>
          </ac:picMkLst>
        </pc:picChg>
        <pc:picChg chg="mod">
          <ac:chgData name="WANG Ping" userId="3c7fe206-6a12-4a3a-86f3-7d87d0c80f7f" providerId="ADAL" clId="{21EA9BA2-71CC-42BC-94FE-44FE1C80A220}" dt="2026-01-09T18:27:03.582" v="884" actId="1076"/>
          <ac:picMkLst>
            <pc:docMk/>
            <pc:sldMk cId="1677509778" sldId="257"/>
            <ac:picMk id="14" creationId="{85C154CF-1134-9037-9816-B47A0091BAA8}"/>
          </ac:picMkLst>
        </pc:picChg>
        <pc:picChg chg="mod">
          <ac:chgData name="WANG Ping" userId="3c7fe206-6a12-4a3a-86f3-7d87d0c80f7f" providerId="ADAL" clId="{21EA9BA2-71CC-42BC-94FE-44FE1C80A220}" dt="2026-01-09T18:27:06.498" v="885" actId="1076"/>
          <ac:picMkLst>
            <pc:docMk/>
            <pc:sldMk cId="1677509778" sldId="257"/>
            <ac:picMk id="16" creationId="{8E89564F-F6B0-4465-7D68-A66405D29A14}"/>
          </ac:picMkLst>
        </pc:picChg>
        <pc:picChg chg="mod">
          <ac:chgData name="WANG Ping" userId="3c7fe206-6a12-4a3a-86f3-7d87d0c80f7f" providerId="ADAL" clId="{21EA9BA2-71CC-42BC-94FE-44FE1C80A220}" dt="2026-01-09T18:26:59.942" v="883" actId="1076"/>
          <ac:picMkLst>
            <pc:docMk/>
            <pc:sldMk cId="1677509778" sldId="257"/>
            <ac:picMk id="18" creationId="{E2C22980-46F6-F23A-4F0F-7941ACD7E470}"/>
          </ac:picMkLst>
        </pc:picChg>
        <pc:picChg chg="add mod">
          <ac:chgData name="WANG Ping" userId="3c7fe206-6a12-4a3a-86f3-7d87d0c80f7f" providerId="ADAL" clId="{21EA9BA2-71CC-42BC-94FE-44FE1C80A220}" dt="2026-01-09T18:33:07.516" v="899" actId="164"/>
          <ac:picMkLst>
            <pc:docMk/>
            <pc:sldMk cId="1677509778" sldId="257"/>
            <ac:picMk id="29" creationId="{39BD0E18-66F7-4F75-6476-7F7507B2A6AD}"/>
          </ac:picMkLst>
        </pc:picChg>
        <pc:picChg chg="add del mod modCrop">
          <ac:chgData name="WANG Ping" userId="3c7fe206-6a12-4a3a-86f3-7d87d0c80f7f" providerId="ADAL" clId="{21EA9BA2-71CC-42BC-94FE-44FE1C80A220}" dt="2026-01-07T21:08:58.912" v="611" actId="1076"/>
          <ac:picMkLst>
            <pc:docMk/>
            <pc:sldMk cId="1677509778" sldId="257"/>
            <ac:picMk id="31" creationId="{2E1F8FCD-B943-04C9-6ED0-8D63652F7B11}"/>
          </ac:picMkLst>
        </pc:picChg>
        <pc:picChg chg="mod">
          <ac:chgData name="WANG Ping" userId="3c7fe206-6a12-4a3a-86f3-7d87d0c80f7f" providerId="ADAL" clId="{21EA9BA2-71CC-42BC-94FE-44FE1C80A220}" dt="2026-01-09T18:33:10.806" v="905" actId="1035"/>
          <ac:picMkLst>
            <pc:docMk/>
            <pc:sldMk cId="1677509778" sldId="257"/>
            <ac:picMk id="41" creationId="{890605B7-59A2-78F6-C8DF-043B4B250E02}"/>
          </ac:picMkLst>
        </pc:picChg>
      </pc:sldChg>
      <pc:sldChg chg="addSp delSp modSp mod">
        <pc:chgData name="WANG Ping" userId="3c7fe206-6a12-4a3a-86f3-7d87d0c80f7f" providerId="ADAL" clId="{21EA9BA2-71CC-42BC-94FE-44FE1C80A220}" dt="2026-01-09T20:15:32.971" v="1778" actId="1076"/>
        <pc:sldMkLst>
          <pc:docMk/>
          <pc:sldMk cId="1768559156" sldId="258"/>
        </pc:sldMkLst>
        <pc:spChg chg="mod">
          <ac:chgData name="WANG Ping" userId="3c7fe206-6a12-4a3a-86f3-7d87d0c80f7f" providerId="ADAL" clId="{21EA9BA2-71CC-42BC-94FE-44FE1C80A220}" dt="2026-01-09T20:15:32.971" v="1778" actId="1076"/>
          <ac:spMkLst>
            <pc:docMk/>
            <pc:sldMk cId="1768559156" sldId="258"/>
            <ac:spMk id="6" creationId="{B3556212-EF54-D918-4854-DDE8C4EB4A39}"/>
          </ac:spMkLst>
        </pc:spChg>
        <pc:spChg chg="add mod">
          <ac:chgData name="WANG Ping" userId="3c7fe206-6a12-4a3a-86f3-7d87d0c80f7f" providerId="ADAL" clId="{21EA9BA2-71CC-42BC-94FE-44FE1C80A220}" dt="2026-01-09T20:15:32.971" v="1778" actId="1076"/>
          <ac:spMkLst>
            <pc:docMk/>
            <pc:sldMk cId="1768559156" sldId="258"/>
            <ac:spMk id="7" creationId="{C69F2420-0DBB-51B2-3C67-A433AE9A0362}"/>
          </ac:spMkLst>
        </pc:spChg>
        <pc:spChg chg="mod">
          <ac:chgData name="WANG Ping" userId="3c7fe206-6a12-4a3a-86f3-7d87d0c80f7f" providerId="ADAL" clId="{21EA9BA2-71CC-42BC-94FE-44FE1C80A220}" dt="2026-01-09T20:15:32.971" v="1778" actId="1076"/>
          <ac:spMkLst>
            <pc:docMk/>
            <pc:sldMk cId="1768559156" sldId="258"/>
            <ac:spMk id="8" creationId="{7C0E56B2-356E-7FC1-6579-F06A9547E4F5}"/>
          </ac:spMkLst>
        </pc:spChg>
        <pc:spChg chg="add mod">
          <ac:chgData name="WANG Ping" userId="3c7fe206-6a12-4a3a-86f3-7d87d0c80f7f" providerId="ADAL" clId="{21EA9BA2-71CC-42BC-94FE-44FE1C80A220}" dt="2026-01-09T20:15:32.971" v="1778" actId="1076"/>
          <ac:spMkLst>
            <pc:docMk/>
            <pc:sldMk cId="1768559156" sldId="258"/>
            <ac:spMk id="9" creationId="{35EABB09-9047-CC71-AAE6-335AADE1F9F4}"/>
          </ac:spMkLst>
        </pc:spChg>
        <pc:spChg chg="add mod topLvl">
          <ac:chgData name="WANG Ping" userId="3c7fe206-6a12-4a3a-86f3-7d87d0c80f7f" providerId="ADAL" clId="{21EA9BA2-71CC-42BC-94FE-44FE1C80A220}" dt="2026-01-09T20:11:56.516" v="1658" actId="1037"/>
          <ac:spMkLst>
            <pc:docMk/>
            <pc:sldMk cId="1768559156" sldId="258"/>
            <ac:spMk id="15" creationId="{EDA9CC99-9CE2-5AC2-0A47-506109B29B32}"/>
          </ac:spMkLst>
        </pc:spChg>
        <pc:picChg chg="add mod modCrop">
          <ac:chgData name="WANG Ping" userId="3c7fe206-6a12-4a3a-86f3-7d87d0c80f7f" providerId="ADAL" clId="{21EA9BA2-71CC-42BC-94FE-44FE1C80A220}" dt="2026-01-09T20:15:32.971" v="1778" actId="1076"/>
          <ac:picMkLst>
            <pc:docMk/>
            <pc:sldMk cId="1768559156" sldId="258"/>
            <ac:picMk id="4" creationId="{68F81BB8-DB6D-0BD4-8E91-173C9967BA0B}"/>
          </ac:picMkLst>
        </pc:picChg>
        <pc:picChg chg="mod">
          <ac:chgData name="WANG Ping" userId="3c7fe206-6a12-4a3a-86f3-7d87d0c80f7f" providerId="ADAL" clId="{21EA9BA2-71CC-42BC-94FE-44FE1C80A220}" dt="2026-01-09T20:15:32.971" v="1778" actId="1076"/>
          <ac:picMkLst>
            <pc:docMk/>
            <pc:sldMk cId="1768559156" sldId="258"/>
            <ac:picMk id="5" creationId="{F892C2B5-0B39-7340-1120-1A5189CE95F0}"/>
          </ac:picMkLst>
        </pc:picChg>
        <pc:picChg chg="add mod modCrop">
          <ac:chgData name="WANG Ping" userId="3c7fe206-6a12-4a3a-86f3-7d87d0c80f7f" providerId="ADAL" clId="{21EA9BA2-71CC-42BC-94FE-44FE1C80A220}" dt="2026-01-09T20:08:27.011" v="1513" actId="1076"/>
          <ac:picMkLst>
            <pc:docMk/>
            <pc:sldMk cId="1768559156" sldId="258"/>
            <ac:picMk id="10" creationId="{DBC11783-AF8F-F213-5369-5C9391FB71A1}"/>
          </ac:picMkLst>
        </pc:picChg>
        <pc:picChg chg="add mod">
          <ac:chgData name="WANG Ping" userId="3c7fe206-6a12-4a3a-86f3-7d87d0c80f7f" providerId="ADAL" clId="{21EA9BA2-71CC-42BC-94FE-44FE1C80A220}" dt="2026-01-09T20:15:32.971" v="1778" actId="1076"/>
          <ac:picMkLst>
            <pc:docMk/>
            <pc:sldMk cId="1768559156" sldId="258"/>
            <ac:picMk id="32" creationId="{6461A1A4-283F-BBCA-BAAA-B8466EFD6026}"/>
          </ac:picMkLst>
        </pc:picChg>
        <pc:picChg chg="add mod">
          <ac:chgData name="WANG Ping" userId="3c7fe206-6a12-4a3a-86f3-7d87d0c80f7f" providerId="ADAL" clId="{21EA9BA2-71CC-42BC-94FE-44FE1C80A220}" dt="2026-01-09T20:15:32.971" v="1778" actId="1076"/>
          <ac:picMkLst>
            <pc:docMk/>
            <pc:sldMk cId="1768559156" sldId="258"/>
            <ac:picMk id="35" creationId="{20ADEFEC-63BF-8BCE-122B-856AE5526537}"/>
          </ac:picMkLst>
        </pc:picChg>
        <pc:picChg chg="add mod modCrop">
          <ac:chgData name="WANG Ping" userId="3c7fe206-6a12-4a3a-86f3-7d87d0c80f7f" providerId="ADAL" clId="{21EA9BA2-71CC-42BC-94FE-44FE1C80A220}" dt="2026-01-09T20:15:32.971" v="1778" actId="1076"/>
          <ac:picMkLst>
            <pc:docMk/>
            <pc:sldMk cId="1768559156" sldId="258"/>
            <ac:picMk id="41" creationId="{DA9C1A3F-74C5-2036-B244-16199DB2FBCF}"/>
          </ac:picMkLst>
        </pc:picChg>
      </pc:sldChg>
      <pc:sldChg chg="addSp delSp modSp add mod ord">
        <pc:chgData name="WANG Ping" userId="3c7fe206-6a12-4a3a-86f3-7d87d0c80f7f" providerId="ADAL" clId="{21EA9BA2-71CC-42BC-94FE-44FE1C80A220}" dt="2026-01-13T17:27:49.018" v="2435" actId="12788"/>
        <pc:sldMkLst>
          <pc:docMk/>
          <pc:sldMk cId="1495762061" sldId="259"/>
        </pc:sldMkLst>
        <pc:spChg chg="mod topLvl">
          <ac:chgData name="WANG Ping" userId="3c7fe206-6a12-4a3a-86f3-7d87d0c80f7f" providerId="ADAL" clId="{21EA9BA2-71CC-42BC-94FE-44FE1C80A220}" dt="2026-01-13T17:00:49.862" v="2381" actId="12789"/>
          <ac:spMkLst>
            <pc:docMk/>
            <pc:sldMk cId="1495762061" sldId="259"/>
            <ac:spMk id="15" creationId="{1E49E9C2-D973-9000-999C-5E85B17880A5}"/>
          </ac:spMkLst>
        </pc:spChg>
        <pc:picChg chg="add mod">
          <ac:chgData name="WANG Ping" userId="3c7fe206-6a12-4a3a-86f3-7d87d0c80f7f" providerId="ADAL" clId="{21EA9BA2-71CC-42BC-94FE-44FE1C80A220}" dt="2026-01-13T17:27:49.018" v="2435" actId="12788"/>
          <ac:picMkLst>
            <pc:docMk/>
            <pc:sldMk cId="1495762061" sldId="259"/>
            <ac:picMk id="3" creationId="{41B9CE84-E69B-0E47-8B74-86A0092F8D32}"/>
          </ac:picMkLst>
        </pc:picChg>
        <pc:picChg chg="add mod modCrop">
          <ac:chgData name="WANG Ping" userId="3c7fe206-6a12-4a3a-86f3-7d87d0c80f7f" providerId="ADAL" clId="{21EA9BA2-71CC-42BC-94FE-44FE1C80A220}" dt="2026-01-13T17:00:58.130" v="2389" actId="1037"/>
          <ac:picMkLst>
            <pc:docMk/>
            <pc:sldMk cId="1495762061" sldId="259"/>
            <ac:picMk id="5" creationId="{08670FD9-B371-3E32-9C7F-B228BE8DD33B}"/>
          </ac:picMkLst>
        </pc:picChg>
      </pc:sldChg>
      <pc:sldChg chg="addSp delSp modSp new mod">
        <pc:chgData name="WANG Ping" userId="3c7fe206-6a12-4a3a-86f3-7d87d0c80f7f" providerId="ADAL" clId="{21EA9BA2-71CC-42BC-94FE-44FE1C80A220}" dt="2026-01-10T08:25:06.058" v="2005" actId="1076"/>
        <pc:sldMkLst>
          <pc:docMk/>
          <pc:sldMk cId="1418869891" sldId="260"/>
        </pc:sldMkLst>
        <pc:picChg chg="add mod">
          <ac:chgData name="WANG Ping" userId="3c7fe206-6a12-4a3a-86f3-7d87d0c80f7f" providerId="ADAL" clId="{21EA9BA2-71CC-42BC-94FE-44FE1C80A220}" dt="2026-01-10T08:25:06.058" v="2005" actId="1076"/>
          <ac:picMkLst>
            <pc:docMk/>
            <pc:sldMk cId="1418869891" sldId="260"/>
            <ac:picMk id="4" creationId="{3C4800A4-8B1D-BF75-1C1B-41D3A24A20F4}"/>
          </ac:picMkLst>
        </pc:picChg>
        <pc:picChg chg="add mod">
          <ac:chgData name="WANG Ping" userId="3c7fe206-6a12-4a3a-86f3-7d87d0c80f7f" providerId="ADAL" clId="{21EA9BA2-71CC-42BC-94FE-44FE1C80A220}" dt="2026-01-10T08:25:06.058" v="2005" actId="1076"/>
          <ac:picMkLst>
            <pc:docMk/>
            <pc:sldMk cId="1418869891" sldId="260"/>
            <ac:picMk id="6" creationId="{5DC184F0-5B9D-92A4-EA13-573AA721A617}"/>
          </ac:picMkLst>
        </pc:picChg>
      </pc:sldChg>
      <pc:sldChg chg="add">
        <pc:chgData name="WANG Ping" userId="3c7fe206-6a12-4a3a-86f3-7d87d0c80f7f" providerId="ADAL" clId="{21EA9BA2-71CC-42BC-94FE-44FE1C80A220}" dt="2026-01-10T18:41:47.406" v="2006" actId="2890"/>
        <pc:sldMkLst>
          <pc:docMk/>
          <pc:sldMk cId="2516055742"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8DCB-40CC-D46E-A611-D9CFD6225AF8}"/>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97F61186-F2B0-BD1D-1902-503B9F0306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3D585381-BB1F-789B-C82C-FD29DA3F6FAB}"/>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C03EE61A-C0D4-81D3-8B5F-36CD8C1192F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8AF2D34-7417-5E8D-F8E2-06DBF6A60E8C}"/>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2615314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6D7E7-41CB-8B15-3A9A-D0258AE0719F}"/>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AAC8F8A4-1AA3-FD19-BC98-15D8C037093E}"/>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0C6B6E08-7660-EC78-A1DE-622464BD366F}"/>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F3C68538-89EA-59B6-1C5F-EAD4F603429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F6295C8-71C3-A9C3-3EFD-637AA8C7783E}"/>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3704708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E422-2F93-5BBC-F9A3-AE50BE036E51}"/>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26392426-A2E4-5B48-2760-E3D501592C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614430A6-9C86-0E39-6B55-7C70A44E7333}"/>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BEA4F1DE-F971-915C-0838-FF56CCD63CF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BE40118-C787-4F95-3F84-6697428AF07B}"/>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534155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7F53-E919-D26D-5CBC-ABAECAA60DA3}"/>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9814C9C-23C0-6292-3B68-B15E5520358E}"/>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7E6B9395-E336-D894-8441-4BA00804FB1B}"/>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81D7C03A-DF6F-DF78-2F76-359E7EDBD3F8}"/>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6" name="Footer Placeholder 5">
            <a:extLst>
              <a:ext uri="{FF2B5EF4-FFF2-40B4-BE49-F238E27FC236}">
                <a16:creationId xmlns:a16="http://schemas.microsoft.com/office/drawing/2014/main" id="{EC46EB36-2B9F-4E25-7274-941C2064360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44E5306E-6640-C9E8-05C7-19497CEEDF0F}"/>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1325957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B01B-9F4F-2CF2-FA88-2AC7BD502947}"/>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0ED1A3D-19CE-39FB-F5D8-AD903D5AE7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9E8A5AC7-DCAC-2BA0-B8B0-8D0CF9282335}"/>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59664CCA-239A-1073-9604-9F413F4343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44C60386-BD98-5EC7-9995-7AE9B06FF5B2}"/>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77E5A8DF-3F23-D9BD-8242-E82BE8DA1AD7}"/>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8" name="Footer Placeholder 7">
            <a:extLst>
              <a:ext uri="{FF2B5EF4-FFF2-40B4-BE49-F238E27FC236}">
                <a16:creationId xmlns:a16="http://schemas.microsoft.com/office/drawing/2014/main" id="{6A77CC43-F0B4-9A82-EBD3-98880CC32633}"/>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2D691C87-9E55-54E8-73F7-C1E9EAE24AAB}"/>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262353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A1E4-CCF2-C9E4-0A3D-438EE6B46C5B}"/>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B94BC568-7984-0266-947F-1EDAAD5313A5}"/>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4" name="Footer Placeholder 3">
            <a:extLst>
              <a:ext uri="{FF2B5EF4-FFF2-40B4-BE49-F238E27FC236}">
                <a16:creationId xmlns:a16="http://schemas.microsoft.com/office/drawing/2014/main" id="{A0A30AAD-E3C1-45FB-6AAD-B58D7C9FF269}"/>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0E9B6116-D2E5-7047-8FB4-1E89C84F6F31}"/>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1716459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D5047-FB64-BA17-A039-3B34CA9F6ADC}"/>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3" name="Footer Placeholder 2">
            <a:extLst>
              <a:ext uri="{FF2B5EF4-FFF2-40B4-BE49-F238E27FC236}">
                <a16:creationId xmlns:a16="http://schemas.microsoft.com/office/drawing/2014/main" id="{C91013C1-A5AE-175C-46C7-D8D24EAF3A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73CB3E5C-CBD6-BCEF-6E2E-03F925008059}"/>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337439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8FC9F-5488-305D-8C7B-DCBC3942048E}"/>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AC0C78A-0317-E28A-99B1-E69AD036D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62EA4426-8885-D052-2C65-9746841D4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D9AA628-1487-B64C-210E-F3D2F864D1ED}"/>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6" name="Footer Placeholder 5">
            <a:extLst>
              <a:ext uri="{FF2B5EF4-FFF2-40B4-BE49-F238E27FC236}">
                <a16:creationId xmlns:a16="http://schemas.microsoft.com/office/drawing/2014/main" id="{6029FCC8-6EE1-1664-1D9D-2DC1991FD70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6553CAA-A6BA-D506-795C-6F6A5FF73F5D}"/>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286017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EE73C-DEFE-8D1B-3906-476B5C1B96E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EFF86362-6D25-149A-E734-9010E0E140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5706745A-C9A3-73C5-CFAD-DCFC80CD9B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77E232F4-4B7B-7C8A-7F62-627ED9D9BD21}"/>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6" name="Footer Placeholder 5">
            <a:extLst>
              <a:ext uri="{FF2B5EF4-FFF2-40B4-BE49-F238E27FC236}">
                <a16:creationId xmlns:a16="http://schemas.microsoft.com/office/drawing/2014/main" id="{FF6C9515-FD72-A974-50C9-1691DD26871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03F3F9A2-3279-2C45-0354-706D22787A98}"/>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3824920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70C0B-4322-362A-43EA-9FB35A461692}"/>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085EC8A5-D99B-9E62-2A72-91E2BCC908E4}"/>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2ECC4A7A-7B74-4613-2B17-E6A58BEE6AF1}"/>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2190E280-3905-A2A7-DA18-950D620B5FC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484FE1E6-4CE9-FBA4-7389-B590D6F23A38}"/>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9303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9A34E6-A90A-D64F-D109-C3F43B51DC5B}"/>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A4D01D30-8877-EC52-14E6-BACC46772346}"/>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DD14BA6-A3B5-32F5-46EE-C231145B7C78}"/>
              </a:ext>
            </a:extLst>
          </p:cNvPr>
          <p:cNvSpPr>
            <a:spLocks noGrp="1"/>
          </p:cNvSpPr>
          <p:nvPr>
            <p:ph type="dt" sz="half" idx="10"/>
          </p:nvPr>
        </p:nvSpPr>
        <p:spPr/>
        <p:txBody>
          <a:body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B3C91C77-1C06-346B-5EE9-4BA5CF74505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76264E7-E9F2-7EDA-0C16-3DCE09088F04}"/>
              </a:ext>
            </a:extLst>
          </p:cNvPr>
          <p:cNvSpPr>
            <a:spLocks noGrp="1"/>
          </p:cNvSpPr>
          <p:nvPr>
            <p:ph type="sldNum" sz="quarter" idx="12"/>
          </p:nvPr>
        </p:nvSpPr>
        <p:spPr/>
        <p:txBody>
          <a:body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2516445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932185-AE52-9E7C-B159-075C63823D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481C4FC-485E-4759-01AE-586E30583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2630FE30-4333-2923-F6C9-6DEE0673D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80AD4D-D3AD-4F3C-98ED-5408D1896BF6}" type="datetimeFigureOut">
              <a:rPr lang="zh-CN" altLang="en-US" smtClean="0"/>
              <a:t>2026/1/18</a:t>
            </a:fld>
            <a:endParaRPr lang="zh-CN" altLang="en-US"/>
          </a:p>
        </p:txBody>
      </p:sp>
      <p:sp>
        <p:nvSpPr>
          <p:cNvPr id="5" name="Footer Placeholder 4">
            <a:extLst>
              <a:ext uri="{FF2B5EF4-FFF2-40B4-BE49-F238E27FC236}">
                <a16:creationId xmlns:a16="http://schemas.microsoft.com/office/drawing/2014/main" id="{BE864A38-40C4-D8E4-CAF1-9280ECC5F4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44525786-60E2-59A6-E1B1-C0E8DB4B45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0F4102-0064-4503-AF82-F1C4289E6A40}" type="slidenum">
              <a:rPr lang="zh-CN" altLang="en-US" smtClean="0"/>
              <a:t>‹#›</a:t>
            </a:fld>
            <a:endParaRPr lang="zh-CN" altLang="en-US"/>
          </a:p>
        </p:txBody>
      </p:sp>
    </p:spTree>
    <p:extLst>
      <p:ext uri="{BB962C8B-B14F-4D97-AF65-F5344CB8AC3E}">
        <p14:creationId xmlns:p14="http://schemas.microsoft.com/office/powerpoint/2010/main" val="3984893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F5243-DD65-A991-8FD3-6545548D9FE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E079B09-05A0-6517-4CFA-9164F01AAE23}"/>
              </a:ext>
            </a:extLst>
          </p:cNvPr>
          <p:cNvSpPr/>
          <p:nvPr/>
        </p:nvSpPr>
        <p:spPr>
          <a:xfrm>
            <a:off x="-1" y="0"/>
            <a:ext cx="12191999" cy="6858000"/>
          </a:xfrm>
          <a:prstGeom prst="rect">
            <a:avLst/>
          </a:prstGeom>
          <a:solidFill>
            <a:srgbClr val="EEF0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Rectangle 18">
            <a:extLst>
              <a:ext uri="{FF2B5EF4-FFF2-40B4-BE49-F238E27FC236}">
                <a16:creationId xmlns:a16="http://schemas.microsoft.com/office/drawing/2014/main" id="{8D3CD616-F9DA-BE9D-8DEC-EA967C57D674}"/>
              </a:ext>
            </a:extLst>
          </p:cNvPr>
          <p:cNvSpPr/>
          <p:nvPr/>
        </p:nvSpPr>
        <p:spPr>
          <a:xfrm>
            <a:off x="3065999" y="4132580"/>
            <a:ext cx="6084000" cy="2044598"/>
          </a:xfrm>
          <a:prstGeom prst="rect">
            <a:avLst/>
          </a:prstGeom>
          <a:solidFill>
            <a:schemeClr val="bg1"/>
          </a:solidFill>
          <a:ln>
            <a:noFill/>
          </a:ln>
          <a:effectLst>
            <a:outerShdw blurRad="76200" sx="101000" sy="101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Rectangle 19">
            <a:extLst>
              <a:ext uri="{FF2B5EF4-FFF2-40B4-BE49-F238E27FC236}">
                <a16:creationId xmlns:a16="http://schemas.microsoft.com/office/drawing/2014/main" id="{4604D30A-9FCB-5C0D-4B10-2F5BCA70CBD4}"/>
              </a:ext>
            </a:extLst>
          </p:cNvPr>
          <p:cNvSpPr/>
          <p:nvPr/>
        </p:nvSpPr>
        <p:spPr>
          <a:xfrm>
            <a:off x="3257200" y="4268268"/>
            <a:ext cx="1690720" cy="179354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TextBox 20">
            <a:extLst>
              <a:ext uri="{FF2B5EF4-FFF2-40B4-BE49-F238E27FC236}">
                <a16:creationId xmlns:a16="http://schemas.microsoft.com/office/drawing/2014/main" id="{A02FA2D0-F04B-D58C-9C8F-6548C8AB3E77}"/>
              </a:ext>
            </a:extLst>
          </p:cNvPr>
          <p:cNvSpPr txBox="1"/>
          <p:nvPr/>
        </p:nvSpPr>
        <p:spPr>
          <a:xfrm>
            <a:off x="3746670" y="4841872"/>
            <a:ext cx="711780" cy="646331"/>
          </a:xfrm>
          <a:prstGeom prst="rect">
            <a:avLst/>
          </a:prstGeom>
          <a:noFill/>
        </p:spPr>
        <p:txBody>
          <a:bodyPr wrap="square" rtlCol="0">
            <a:spAutoFit/>
          </a:bodyPr>
          <a:lstStyle/>
          <a:p>
            <a:pPr algn="ctr"/>
            <a:r>
              <a:rPr lang="zh-CN" altLang="en-US" dirty="0"/>
              <a:t>图片占位</a:t>
            </a:r>
          </a:p>
        </p:txBody>
      </p:sp>
      <p:sp>
        <p:nvSpPr>
          <p:cNvPr id="22" name="TextBox 21">
            <a:extLst>
              <a:ext uri="{FF2B5EF4-FFF2-40B4-BE49-F238E27FC236}">
                <a16:creationId xmlns:a16="http://schemas.microsoft.com/office/drawing/2014/main" id="{F26791C7-8D8F-0B0C-53BA-88CCBA98623B}"/>
              </a:ext>
            </a:extLst>
          </p:cNvPr>
          <p:cNvSpPr txBox="1"/>
          <p:nvPr/>
        </p:nvSpPr>
        <p:spPr>
          <a:xfrm>
            <a:off x="5093159" y="4286576"/>
            <a:ext cx="3911600" cy="1754326"/>
          </a:xfrm>
          <a:prstGeom prst="rect">
            <a:avLst/>
          </a:prstGeom>
          <a:noFill/>
        </p:spPr>
        <p:txBody>
          <a:bodyPr wrap="square" rtlCol="0">
            <a:spAutoFit/>
          </a:bodyPr>
          <a:lstStyle/>
          <a:p>
            <a:pPr algn="just"/>
            <a:r>
              <a:rPr lang="zh-CN" altLang="en-US" dirty="0"/>
              <a:t>文字文字文字文字文字文字文字文字文字文字文字文字文字文字文字文字文字文字文字文字文字文字文字文字文字文字文字文字文字文字文字文字文字文字文字文字文字文字文字文字文字文字文字文字文字文字</a:t>
            </a:r>
          </a:p>
        </p:txBody>
      </p:sp>
      <p:grpSp>
        <p:nvGrpSpPr>
          <p:cNvPr id="4" name="Group 3">
            <a:extLst>
              <a:ext uri="{FF2B5EF4-FFF2-40B4-BE49-F238E27FC236}">
                <a16:creationId xmlns:a16="http://schemas.microsoft.com/office/drawing/2014/main" id="{6EE60558-71BC-FD34-F867-30FD088C49FC}"/>
              </a:ext>
            </a:extLst>
          </p:cNvPr>
          <p:cNvGrpSpPr/>
          <p:nvPr/>
        </p:nvGrpSpPr>
        <p:grpSpPr>
          <a:xfrm>
            <a:off x="3054000" y="485242"/>
            <a:ext cx="6084000" cy="3665590"/>
            <a:chOff x="3054000" y="530962"/>
            <a:chExt cx="6084000" cy="3665590"/>
          </a:xfrm>
        </p:grpSpPr>
        <p:sp>
          <p:nvSpPr>
            <p:cNvPr id="16" name="Rectangle 15">
              <a:extLst>
                <a:ext uri="{FF2B5EF4-FFF2-40B4-BE49-F238E27FC236}">
                  <a16:creationId xmlns:a16="http://schemas.microsoft.com/office/drawing/2014/main" id="{C4E6CD7E-1B2E-90F1-8366-3FE2F3199A72}"/>
                </a:ext>
              </a:extLst>
            </p:cNvPr>
            <p:cNvSpPr/>
            <p:nvPr/>
          </p:nvSpPr>
          <p:spPr>
            <a:xfrm>
              <a:off x="3054000" y="530962"/>
              <a:ext cx="6084000" cy="3375580"/>
            </a:xfrm>
            <a:prstGeom prst="rect">
              <a:avLst/>
            </a:prstGeom>
            <a:solidFill>
              <a:schemeClr val="tx1">
                <a:lumMod val="50000"/>
                <a:lumOff val="50000"/>
              </a:schemeClr>
            </a:solidFill>
            <a:ln>
              <a:noFill/>
            </a:ln>
            <a:effectLst>
              <a:outerShdw blurRad="76200" sx="101000" sy="101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TextBox 16">
              <a:extLst>
                <a:ext uri="{FF2B5EF4-FFF2-40B4-BE49-F238E27FC236}">
                  <a16:creationId xmlns:a16="http://schemas.microsoft.com/office/drawing/2014/main" id="{3E9F8079-7220-A9DE-4F44-34B829FF3164}"/>
                </a:ext>
              </a:extLst>
            </p:cNvPr>
            <p:cNvSpPr txBox="1"/>
            <p:nvPr/>
          </p:nvSpPr>
          <p:spPr>
            <a:xfrm>
              <a:off x="5195754" y="2047529"/>
              <a:ext cx="1800493" cy="369332"/>
            </a:xfrm>
            <a:prstGeom prst="rect">
              <a:avLst/>
            </a:prstGeom>
            <a:noFill/>
          </p:spPr>
          <p:txBody>
            <a:bodyPr wrap="none" rtlCol="0">
              <a:spAutoFit/>
            </a:bodyPr>
            <a:lstStyle/>
            <a:p>
              <a:r>
                <a:rPr lang="zh-CN" altLang="en-US" dirty="0"/>
                <a:t>图片循环图片展</a:t>
              </a:r>
            </a:p>
          </p:txBody>
        </p:sp>
        <p:sp>
          <p:nvSpPr>
            <p:cNvPr id="23" name="Rectangle 22">
              <a:extLst>
                <a:ext uri="{FF2B5EF4-FFF2-40B4-BE49-F238E27FC236}">
                  <a16:creationId xmlns:a16="http://schemas.microsoft.com/office/drawing/2014/main" id="{17D77328-146A-6A81-AA2B-EEB99A0FA80F}"/>
                </a:ext>
              </a:extLst>
            </p:cNvPr>
            <p:cNvSpPr/>
            <p:nvPr/>
          </p:nvSpPr>
          <p:spPr>
            <a:xfrm>
              <a:off x="3054000" y="3906542"/>
              <a:ext cx="6084000" cy="13568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TextBox 23">
              <a:extLst>
                <a:ext uri="{FF2B5EF4-FFF2-40B4-BE49-F238E27FC236}">
                  <a16:creationId xmlns:a16="http://schemas.microsoft.com/office/drawing/2014/main" id="{CA2871C2-8214-1BB4-2383-5D4DF0041027}"/>
                </a:ext>
              </a:extLst>
            </p:cNvPr>
            <p:cNvSpPr txBox="1"/>
            <p:nvPr/>
          </p:nvSpPr>
          <p:spPr>
            <a:xfrm>
              <a:off x="5878633" y="3734887"/>
              <a:ext cx="434734" cy="461665"/>
            </a:xfrm>
            <a:prstGeom prst="rect">
              <a:avLst/>
            </a:prstGeom>
            <a:noFill/>
          </p:spPr>
          <p:txBody>
            <a:bodyPr wrap="none" rtlCol="0">
              <a:spAutoFit/>
            </a:bodyPr>
            <a:lstStyle/>
            <a:p>
              <a:r>
                <a:rPr lang="en-US" altLang="zh-CN" sz="2400" b="1" dirty="0">
                  <a:solidFill>
                    <a:schemeClr val="bg1"/>
                  </a:solidFill>
                </a:rPr>
                <a:t>…</a:t>
              </a:r>
              <a:endParaRPr lang="zh-CN" altLang="en-US" sz="2400" b="1" dirty="0">
                <a:solidFill>
                  <a:schemeClr val="bg1"/>
                </a:solidFill>
              </a:endParaRPr>
            </a:p>
          </p:txBody>
        </p:sp>
      </p:grpSp>
      <p:sp>
        <p:nvSpPr>
          <p:cNvPr id="6" name="Rectangle 5">
            <a:extLst>
              <a:ext uri="{FF2B5EF4-FFF2-40B4-BE49-F238E27FC236}">
                <a16:creationId xmlns:a16="http://schemas.microsoft.com/office/drawing/2014/main" id="{7E37FBD8-E3EF-38EA-A220-1ED438F100A2}"/>
              </a:ext>
            </a:extLst>
          </p:cNvPr>
          <p:cNvSpPr/>
          <p:nvPr/>
        </p:nvSpPr>
        <p:spPr>
          <a:xfrm>
            <a:off x="0" y="1"/>
            <a:ext cx="12192000" cy="422336"/>
          </a:xfrm>
          <a:prstGeom prst="rect">
            <a:avLst/>
          </a:prstGeom>
          <a:gradFill>
            <a:gsLst>
              <a:gs pos="0">
                <a:srgbClr val="DCEAF7"/>
              </a:gs>
              <a:gs pos="50000">
                <a:srgbClr val="9EC5EA"/>
              </a:gs>
              <a:gs pos="100000">
                <a:srgbClr val="4F95D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5F1E953D-A0FC-5C98-69CB-C8A972B13ACD}"/>
              </a:ext>
            </a:extLst>
          </p:cNvPr>
          <p:cNvPicPr>
            <a:picLocks noChangeAspect="1"/>
          </p:cNvPicPr>
          <p:nvPr/>
        </p:nvPicPr>
        <p:blipFill>
          <a:blip r:embed="rId2"/>
          <a:stretch>
            <a:fillRect/>
          </a:stretch>
        </p:blipFill>
        <p:spPr>
          <a:xfrm>
            <a:off x="67035" y="26329"/>
            <a:ext cx="2105525" cy="389912"/>
          </a:xfrm>
          <a:prstGeom prst="rect">
            <a:avLst/>
          </a:prstGeom>
        </p:spPr>
      </p:pic>
      <p:sp>
        <p:nvSpPr>
          <p:cNvPr id="15" name="TextBox 14">
            <a:extLst>
              <a:ext uri="{FF2B5EF4-FFF2-40B4-BE49-F238E27FC236}">
                <a16:creationId xmlns:a16="http://schemas.microsoft.com/office/drawing/2014/main" id="{6C8BCD00-0C10-37A0-EE53-08F37857EDFB}"/>
              </a:ext>
            </a:extLst>
          </p:cNvPr>
          <p:cNvSpPr txBox="1"/>
          <p:nvPr/>
        </p:nvSpPr>
        <p:spPr>
          <a:xfrm>
            <a:off x="6192885" y="42715"/>
            <a:ext cx="73128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Home</a:t>
            </a:r>
            <a:endParaRPr lang="zh-CN" altLang="en-US" sz="1600" dirty="0">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06BB6DB4-092D-2126-A434-B6BE5D829D72}"/>
              </a:ext>
            </a:extLst>
          </p:cNvPr>
          <p:cNvSpPr txBox="1"/>
          <p:nvPr/>
        </p:nvSpPr>
        <p:spPr>
          <a:xfrm>
            <a:off x="6993881" y="42715"/>
            <a:ext cx="82105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People</a:t>
            </a:r>
            <a:endParaRPr lang="zh-CN" altLang="en-US" sz="1600" dirty="0">
              <a:latin typeface="Helvetica" panose="020B0604020202020204" pitchFamily="34" charset="0"/>
              <a:cs typeface="Helvetica" panose="020B0604020202020204" pitchFamily="34" charset="0"/>
            </a:endParaRPr>
          </a:p>
        </p:txBody>
      </p:sp>
      <p:sp>
        <p:nvSpPr>
          <p:cNvPr id="25" name="TextBox 24">
            <a:extLst>
              <a:ext uri="{FF2B5EF4-FFF2-40B4-BE49-F238E27FC236}">
                <a16:creationId xmlns:a16="http://schemas.microsoft.com/office/drawing/2014/main" id="{F1A08910-D892-01A6-3F6D-465CD31F3B9D}"/>
              </a:ext>
            </a:extLst>
          </p:cNvPr>
          <p:cNvSpPr txBox="1"/>
          <p:nvPr/>
        </p:nvSpPr>
        <p:spPr>
          <a:xfrm>
            <a:off x="7883043" y="42715"/>
            <a:ext cx="696024"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News</a:t>
            </a:r>
            <a:endParaRPr lang="zh-CN" altLang="en-US" sz="1600" dirty="0">
              <a:latin typeface="Helvetica" panose="020B0604020202020204" pitchFamily="34" charset="0"/>
              <a:cs typeface="Helvetica" panose="020B0604020202020204" pitchFamily="34" charset="0"/>
            </a:endParaRPr>
          </a:p>
        </p:txBody>
      </p:sp>
      <p:sp>
        <p:nvSpPr>
          <p:cNvPr id="26" name="TextBox 25">
            <a:extLst>
              <a:ext uri="{FF2B5EF4-FFF2-40B4-BE49-F238E27FC236}">
                <a16:creationId xmlns:a16="http://schemas.microsoft.com/office/drawing/2014/main" id="{78438882-BE19-0C5E-22FF-A09E785CC921}"/>
              </a:ext>
            </a:extLst>
          </p:cNvPr>
          <p:cNvSpPr txBox="1"/>
          <p:nvPr/>
        </p:nvSpPr>
        <p:spPr>
          <a:xfrm>
            <a:off x="8661598" y="42715"/>
            <a:ext cx="106150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Research</a:t>
            </a:r>
            <a:endParaRPr lang="zh-CN" altLang="en-US" sz="1600" dirty="0">
              <a:latin typeface="Helvetica" panose="020B0604020202020204" pitchFamily="34" charset="0"/>
              <a:cs typeface="Helvetica" panose="020B0604020202020204" pitchFamily="34" charset="0"/>
            </a:endParaRPr>
          </a:p>
        </p:txBody>
      </p:sp>
      <p:sp>
        <p:nvSpPr>
          <p:cNvPr id="27" name="TextBox 26">
            <a:extLst>
              <a:ext uri="{FF2B5EF4-FFF2-40B4-BE49-F238E27FC236}">
                <a16:creationId xmlns:a16="http://schemas.microsoft.com/office/drawing/2014/main" id="{E57CE0CA-76AC-5E79-52C6-F568BDEE55AC}"/>
              </a:ext>
            </a:extLst>
          </p:cNvPr>
          <p:cNvSpPr txBox="1"/>
          <p:nvPr/>
        </p:nvSpPr>
        <p:spPr>
          <a:xfrm>
            <a:off x="9843309" y="42715"/>
            <a:ext cx="1287532"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Publications</a:t>
            </a:r>
            <a:endParaRPr lang="zh-CN" altLang="en-US" sz="1600" dirty="0">
              <a:latin typeface="Helvetica" panose="020B0604020202020204" pitchFamily="34" charset="0"/>
              <a:cs typeface="Helvetica" panose="020B0604020202020204" pitchFamily="34" charset="0"/>
            </a:endParaRPr>
          </a:p>
        </p:txBody>
      </p:sp>
      <p:sp>
        <p:nvSpPr>
          <p:cNvPr id="28" name="TextBox 27">
            <a:extLst>
              <a:ext uri="{FF2B5EF4-FFF2-40B4-BE49-F238E27FC236}">
                <a16:creationId xmlns:a16="http://schemas.microsoft.com/office/drawing/2014/main" id="{74E3A62A-8974-B2B7-7E40-A570B7443D1C}"/>
              </a:ext>
            </a:extLst>
          </p:cNvPr>
          <p:cNvSpPr txBox="1"/>
          <p:nvPr/>
        </p:nvSpPr>
        <p:spPr>
          <a:xfrm>
            <a:off x="11195740" y="42715"/>
            <a:ext cx="957559" cy="338554"/>
          </a:xfrm>
          <a:prstGeom prst="rect">
            <a:avLst/>
          </a:prstGeom>
          <a:noFill/>
        </p:spPr>
        <p:txBody>
          <a:bodyPr wrap="square" rtlCol="0">
            <a:spAutoFit/>
          </a:bodyPr>
          <a:lstStyle/>
          <a:p>
            <a:pPr algn="ctr"/>
            <a:r>
              <a:rPr lang="en-US" altLang="zh-CN" sz="1600" dirty="0">
                <a:latin typeface="Helvetica" panose="020B0604020202020204" pitchFamily="34" charset="0"/>
                <a:cs typeface="Helvetica" panose="020B0604020202020204" pitchFamily="34" charset="0"/>
              </a:rPr>
              <a:t>Join Us</a:t>
            </a:r>
            <a:endParaRPr lang="zh-CN" altLang="en-US" sz="1600" dirty="0">
              <a:latin typeface="Helvetica" panose="020B0604020202020204" pitchFamily="34" charset="0"/>
              <a:cs typeface="Helvetica" panose="020B0604020202020204" pitchFamily="34" charset="0"/>
            </a:endParaRPr>
          </a:p>
        </p:txBody>
      </p:sp>
      <p:cxnSp>
        <p:nvCxnSpPr>
          <p:cNvPr id="29" name="Straight Connector 28">
            <a:extLst>
              <a:ext uri="{FF2B5EF4-FFF2-40B4-BE49-F238E27FC236}">
                <a16:creationId xmlns:a16="http://schemas.microsoft.com/office/drawing/2014/main" id="{26E3DB18-DD30-D304-AAAE-19D0AF4FEBB4}"/>
              </a:ext>
            </a:extLst>
          </p:cNvPr>
          <p:cNvCxnSpPr/>
          <p:nvPr/>
        </p:nvCxnSpPr>
        <p:spPr>
          <a:xfrm>
            <a:off x="0" y="422250"/>
            <a:ext cx="12192000" cy="0"/>
          </a:xfrm>
          <a:prstGeom prst="line">
            <a:avLst/>
          </a:prstGeom>
          <a:ln>
            <a:solidFill>
              <a:srgbClr val="0B1F3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916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1BD9-A774-1797-9C6C-07BD54FDEE9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CE3A7EC-4DA2-0522-DAE3-61A0ABF231FD}"/>
              </a:ext>
            </a:extLst>
          </p:cNvPr>
          <p:cNvSpPr/>
          <p:nvPr/>
        </p:nvSpPr>
        <p:spPr>
          <a:xfrm>
            <a:off x="-1" y="0"/>
            <a:ext cx="12191999" cy="6858000"/>
          </a:xfrm>
          <a:prstGeom prst="rect">
            <a:avLst/>
          </a:prstGeom>
          <a:solidFill>
            <a:srgbClr val="EEF0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Rectangle 15">
            <a:extLst>
              <a:ext uri="{FF2B5EF4-FFF2-40B4-BE49-F238E27FC236}">
                <a16:creationId xmlns:a16="http://schemas.microsoft.com/office/drawing/2014/main" id="{32D6E6AA-DAE3-8AEB-1D0A-3E506C23B517}"/>
              </a:ext>
            </a:extLst>
          </p:cNvPr>
          <p:cNvSpPr>
            <a:spLocks noGrp="1" noRot="1" noMove="1" noResize="1" noEditPoints="1" noAdjustHandles="1" noChangeArrowheads="1" noChangeShapeType="1"/>
          </p:cNvSpPr>
          <p:nvPr/>
        </p:nvSpPr>
        <p:spPr>
          <a:xfrm>
            <a:off x="3054000" y="412047"/>
            <a:ext cx="6084000" cy="6445951"/>
          </a:xfrm>
          <a:prstGeom prst="rect">
            <a:avLst/>
          </a:prstGeom>
          <a:solidFill>
            <a:schemeClr val="bg1">
              <a:alpha val="85000"/>
            </a:schemeClr>
          </a:solidFill>
          <a:ln>
            <a:noFill/>
          </a:ln>
          <a:effectLst>
            <a:outerShdw blurRad="76200" sx="101000" sy="101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Rectangle 1">
            <a:extLst>
              <a:ext uri="{FF2B5EF4-FFF2-40B4-BE49-F238E27FC236}">
                <a16:creationId xmlns:a16="http://schemas.microsoft.com/office/drawing/2014/main" id="{ED3487D1-F75C-7794-A6DA-5BEAE70AD765}"/>
              </a:ext>
            </a:extLst>
          </p:cNvPr>
          <p:cNvSpPr/>
          <p:nvPr/>
        </p:nvSpPr>
        <p:spPr>
          <a:xfrm>
            <a:off x="0" y="1"/>
            <a:ext cx="12192000" cy="422336"/>
          </a:xfrm>
          <a:prstGeom prst="rect">
            <a:avLst/>
          </a:prstGeom>
          <a:gradFill>
            <a:gsLst>
              <a:gs pos="0">
                <a:srgbClr val="DCEAF7"/>
              </a:gs>
              <a:gs pos="50000">
                <a:srgbClr val="9EC5EA"/>
              </a:gs>
              <a:gs pos="100000">
                <a:srgbClr val="4F95D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7B2B18A-AD7F-DC8C-2D84-85C5B20AF346}"/>
              </a:ext>
            </a:extLst>
          </p:cNvPr>
          <p:cNvPicPr>
            <a:picLocks noChangeAspect="1"/>
          </p:cNvPicPr>
          <p:nvPr/>
        </p:nvPicPr>
        <p:blipFill>
          <a:blip r:embed="rId2"/>
          <a:stretch>
            <a:fillRect/>
          </a:stretch>
        </p:blipFill>
        <p:spPr>
          <a:xfrm>
            <a:off x="67035" y="26329"/>
            <a:ext cx="2105525" cy="389912"/>
          </a:xfrm>
          <a:prstGeom prst="rect">
            <a:avLst/>
          </a:prstGeom>
        </p:spPr>
      </p:pic>
      <p:sp>
        <p:nvSpPr>
          <p:cNvPr id="7" name="TextBox 6">
            <a:extLst>
              <a:ext uri="{FF2B5EF4-FFF2-40B4-BE49-F238E27FC236}">
                <a16:creationId xmlns:a16="http://schemas.microsoft.com/office/drawing/2014/main" id="{A752D4FE-B0CD-6DF5-1072-308BADB8C291}"/>
              </a:ext>
            </a:extLst>
          </p:cNvPr>
          <p:cNvSpPr txBox="1"/>
          <p:nvPr/>
        </p:nvSpPr>
        <p:spPr>
          <a:xfrm>
            <a:off x="6192885" y="42715"/>
            <a:ext cx="73128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Home</a:t>
            </a:r>
            <a:endParaRPr lang="zh-CN" altLang="en-US" sz="1600"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AAE28FC4-2341-EFA7-ECB7-0EE1BDBE0A97}"/>
              </a:ext>
            </a:extLst>
          </p:cNvPr>
          <p:cNvSpPr txBox="1"/>
          <p:nvPr/>
        </p:nvSpPr>
        <p:spPr>
          <a:xfrm>
            <a:off x="6993881" y="42715"/>
            <a:ext cx="82105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People</a:t>
            </a:r>
            <a:endParaRPr lang="zh-CN" altLang="en-US" sz="1600"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3F003B63-0DE5-9F2A-3C80-3046901885F3}"/>
              </a:ext>
            </a:extLst>
          </p:cNvPr>
          <p:cNvSpPr txBox="1"/>
          <p:nvPr/>
        </p:nvSpPr>
        <p:spPr>
          <a:xfrm>
            <a:off x="7883043" y="42715"/>
            <a:ext cx="696024"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News</a:t>
            </a:r>
            <a:endParaRPr lang="zh-CN" altLang="en-US" sz="1600" dirty="0">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F420BDF1-7FDE-BD3E-BE04-B58B0668E503}"/>
              </a:ext>
            </a:extLst>
          </p:cNvPr>
          <p:cNvSpPr txBox="1"/>
          <p:nvPr/>
        </p:nvSpPr>
        <p:spPr>
          <a:xfrm>
            <a:off x="8661598" y="42715"/>
            <a:ext cx="1061509"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Research</a:t>
            </a:r>
            <a:endParaRPr lang="zh-CN" altLang="en-US" sz="1600" dirty="0">
              <a:latin typeface="Helvetica" panose="020B0604020202020204" pitchFamily="34" charset="0"/>
              <a:cs typeface="Helvetica" panose="020B0604020202020204" pitchFamily="34" charset="0"/>
            </a:endParaRPr>
          </a:p>
        </p:txBody>
      </p:sp>
      <p:sp>
        <p:nvSpPr>
          <p:cNvPr id="11" name="TextBox 10">
            <a:extLst>
              <a:ext uri="{FF2B5EF4-FFF2-40B4-BE49-F238E27FC236}">
                <a16:creationId xmlns:a16="http://schemas.microsoft.com/office/drawing/2014/main" id="{B85BE888-C112-AA63-0EE4-782EF7B18F8F}"/>
              </a:ext>
            </a:extLst>
          </p:cNvPr>
          <p:cNvSpPr txBox="1"/>
          <p:nvPr/>
        </p:nvSpPr>
        <p:spPr>
          <a:xfrm>
            <a:off x="9843309" y="42715"/>
            <a:ext cx="1287532" cy="338554"/>
          </a:xfrm>
          <a:prstGeom prst="rect">
            <a:avLst/>
          </a:prstGeom>
          <a:noFill/>
        </p:spPr>
        <p:txBody>
          <a:bodyPr wrap="none" rtlCol="0">
            <a:spAutoFit/>
          </a:bodyPr>
          <a:lstStyle/>
          <a:p>
            <a:pPr algn="ctr"/>
            <a:r>
              <a:rPr lang="en-US" altLang="zh-CN" sz="1600" dirty="0">
                <a:latin typeface="Helvetica" panose="020B0604020202020204" pitchFamily="34" charset="0"/>
                <a:cs typeface="Helvetica" panose="020B0604020202020204" pitchFamily="34" charset="0"/>
              </a:rPr>
              <a:t>Publications</a:t>
            </a:r>
            <a:endParaRPr lang="zh-CN" altLang="en-US" sz="1600" dirty="0">
              <a:latin typeface="Helvetica" panose="020B0604020202020204" pitchFamily="34" charset="0"/>
              <a:cs typeface="Helvetica" panose="020B0604020202020204" pitchFamily="34" charset="0"/>
            </a:endParaRPr>
          </a:p>
        </p:txBody>
      </p:sp>
      <p:sp>
        <p:nvSpPr>
          <p:cNvPr id="12" name="TextBox 11">
            <a:extLst>
              <a:ext uri="{FF2B5EF4-FFF2-40B4-BE49-F238E27FC236}">
                <a16:creationId xmlns:a16="http://schemas.microsoft.com/office/drawing/2014/main" id="{C9EC2077-9FD8-B961-CA9D-A0CA318BB721}"/>
              </a:ext>
            </a:extLst>
          </p:cNvPr>
          <p:cNvSpPr txBox="1"/>
          <p:nvPr/>
        </p:nvSpPr>
        <p:spPr>
          <a:xfrm>
            <a:off x="11195740" y="42715"/>
            <a:ext cx="957559" cy="338554"/>
          </a:xfrm>
          <a:prstGeom prst="rect">
            <a:avLst/>
          </a:prstGeom>
          <a:noFill/>
        </p:spPr>
        <p:txBody>
          <a:bodyPr wrap="square" rtlCol="0">
            <a:spAutoFit/>
          </a:bodyPr>
          <a:lstStyle/>
          <a:p>
            <a:pPr algn="ctr"/>
            <a:r>
              <a:rPr lang="en-US" altLang="zh-CN" sz="1600" dirty="0">
                <a:latin typeface="Helvetica" panose="020B0604020202020204" pitchFamily="34" charset="0"/>
                <a:cs typeface="Helvetica" panose="020B0604020202020204" pitchFamily="34" charset="0"/>
              </a:rPr>
              <a:t>Join Us</a:t>
            </a:r>
            <a:endParaRPr lang="zh-CN" altLang="en-US" sz="1600" dirty="0">
              <a:latin typeface="Helvetica" panose="020B0604020202020204" pitchFamily="34" charset="0"/>
              <a:cs typeface="Helvetica" panose="020B0604020202020204" pitchFamily="34" charset="0"/>
            </a:endParaRPr>
          </a:p>
        </p:txBody>
      </p:sp>
      <p:grpSp>
        <p:nvGrpSpPr>
          <p:cNvPr id="30" name="Group 29">
            <a:extLst>
              <a:ext uri="{FF2B5EF4-FFF2-40B4-BE49-F238E27FC236}">
                <a16:creationId xmlns:a16="http://schemas.microsoft.com/office/drawing/2014/main" id="{4812FB3B-AF88-2D6D-0BE7-1D8AE5635B41}"/>
              </a:ext>
            </a:extLst>
          </p:cNvPr>
          <p:cNvGrpSpPr/>
          <p:nvPr/>
        </p:nvGrpSpPr>
        <p:grpSpPr>
          <a:xfrm>
            <a:off x="3171014" y="519894"/>
            <a:ext cx="5849972" cy="338554"/>
            <a:chOff x="3130198" y="519894"/>
            <a:chExt cx="5849972" cy="338554"/>
          </a:xfrm>
        </p:grpSpPr>
        <p:sp>
          <p:nvSpPr>
            <p:cNvPr id="4" name="TextBox 3">
              <a:extLst>
                <a:ext uri="{FF2B5EF4-FFF2-40B4-BE49-F238E27FC236}">
                  <a16:creationId xmlns:a16="http://schemas.microsoft.com/office/drawing/2014/main" id="{96AE6F0D-D23B-8B41-456E-97BDB11CD8F4}"/>
                </a:ext>
              </a:extLst>
            </p:cNvPr>
            <p:cNvSpPr txBox="1"/>
            <p:nvPr/>
          </p:nvSpPr>
          <p:spPr>
            <a:xfrm>
              <a:off x="3130198" y="519894"/>
              <a:ext cx="2273379" cy="338554"/>
            </a:xfrm>
            <a:prstGeom prst="rect">
              <a:avLst/>
            </a:prstGeom>
            <a:noFill/>
          </p:spPr>
          <p:txBody>
            <a:bodyPr wrap="none" rtlCol="0">
              <a:spAutoFit/>
            </a:bodyPr>
            <a:lstStyle/>
            <a:p>
              <a:r>
                <a:rPr lang="en-US" altLang="zh-CN" sz="1600" b="1" dirty="0">
                  <a:solidFill>
                    <a:srgbClr val="527BBD"/>
                  </a:solidFill>
                  <a:latin typeface="Helvetica" panose="020B0604020202020204" pitchFamily="34" charset="0"/>
                  <a:cs typeface="Helvetica" panose="020B0604020202020204" pitchFamily="34" charset="0"/>
                </a:rPr>
                <a:t>Principle Investigator</a:t>
              </a:r>
              <a:endParaRPr lang="zh-CN" altLang="en-US" sz="1600" b="1" dirty="0">
                <a:solidFill>
                  <a:srgbClr val="527BBD"/>
                </a:solidFill>
                <a:latin typeface="Helvetica" panose="020B0604020202020204" pitchFamily="34" charset="0"/>
                <a:cs typeface="Helvetica" panose="020B0604020202020204" pitchFamily="34" charset="0"/>
              </a:endParaRPr>
            </a:p>
          </p:txBody>
        </p:sp>
        <p:cxnSp>
          <p:nvCxnSpPr>
            <p:cNvPr id="14" name="Straight Connector 13">
              <a:extLst>
                <a:ext uri="{FF2B5EF4-FFF2-40B4-BE49-F238E27FC236}">
                  <a16:creationId xmlns:a16="http://schemas.microsoft.com/office/drawing/2014/main" id="{BB0A7101-4766-E14A-D315-5D1AB65EB5F2}"/>
                </a:ext>
              </a:extLst>
            </p:cNvPr>
            <p:cNvCxnSpPr>
              <a:cxnSpLocks/>
            </p:cNvCxnSpPr>
            <p:nvPr/>
          </p:nvCxnSpPr>
          <p:spPr>
            <a:xfrm>
              <a:off x="3211830" y="829558"/>
              <a:ext cx="576834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31" name="Rectangle 30">
            <a:extLst>
              <a:ext uri="{FF2B5EF4-FFF2-40B4-BE49-F238E27FC236}">
                <a16:creationId xmlns:a16="http://schemas.microsoft.com/office/drawing/2014/main" id="{57F6A323-E371-2839-1CBD-25F587901DE3}"/>
              </a:ext>
            </a:extLst>
          </p:cNvPr>
          <p:cNvSpPr/>
          <p:nvPr/>
        </p:nvSpPr>
        <p:spPr>
          <a:xfrm>
            <a:off x="3438746" y="949995"/>
            <a:ext cx="1561517" cy="182506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TextBox 31">
            <a:extLst>
              <a:ext uri="{FF2B5EF4-FFF2-40B4-BE49-F238E27FC236}">
                <a16:creationId xmlns:a16="http://schemas.microsoft.com/office/drawing/2014/main" id="{B166E0AF-8937-C4D7-85BF-A135FF9ECFC4}"/>
              </a:ext>
            </a:extLst>
          </p:cNvPr>
          <p:cNvSpPr txBox="1"/>
          <p:nvPr/>
        </p:nvSpPr>
        <p:spPr>
          <a:xfrm>
            <a:off x="5344450" y="1087872"/>
            <a:ext cx="3460937" cy="1569660"/>
          </a:xfrm>
          <a:prstGeom prst="rect">
            <a:avLst/>
          </a:prstGeom>
          <a:noFill/>
        </p:spPr>
        <p:txBody>
          <a:bodyPr wrap="square" rtlCol="0">
            <a:spAutoFit/>
          </a:bodyPr>
          <a:lstStyle/>
          <a:p>
            <a:pPr algn="just"/>
            <a:r>
              <a:rPr lang="zh-CN" altLang="en-US" sz="1600" dirty="0"/>
              <a:t>文字文字文字文字文字文字文字文字文字文字文字文字文字文字文字文字文字文字文字文字文字文字文字文字文字文字文字文字文字文字文字文字文字文字文字文字文字文字文字文字文字文字文字文字文字文字</a:t>
            </a:r>
          </a:p>
        </p:txBody>
      </p:sp>
      <p:grpSp>
        <p:nvGrpSpPr>
          <p:cNvPr id="42" name="Group 41">
            <a:extLst>
              <a:ext uri="{FF2B5EF4-FFF2-40B4-BE49-F238E27FC236}">
                <a16:creationId xmlns:a16="http://schemas.microsoft.com/office/drawing/2014/main" id="{DA8167A4-D951-A998-43D3-9F8FD38581F3}"/>
              </a:ext>
            </a:extLst>
          </p:cNvPr>
          <p:cNvGrpSpPr/>
          <p:nvPr/>
        </p:nvGrpSpPr>
        <p:grpSpPr>
          <a:xfrm>
            <a:off x="3171012" y="2998806"/>
            <a:ext cx="5849972" cy="1639792"/>
            <a:chOff x="3171014" y="2998806"/>
            <a:chExt cx="5849972" cy="1639792"/>
          </a:xfrm>
        </p:grpSpPr>
        <p:grpSp>
          <p:nvGrpSpPr>
            <p:cNvPr id="29" name="Group 28">
              <a:extLst>
                <a:ext uri="{FF2B5EF4-FFF2-40B4-BE49-F238E27FC236}">
                  <a16:creationId xmlns:a16="http://schemas.microsoft.com/office/drawing/2014/main" id="{EE21A5CF-83D6-4818-BBE6-FF44CCC44A5A}"/>
                </a:ext>
              </a:extLst>
            </p:cNvPr>
            <p:cNvGrpSpPr/>
            <p:nvPr/>
          </p:nvGrpSpPr>
          <p:grpSpPr>
            <a:xfrm>
              <a:off x="3171014" y="2998806"/>
              <a:ext cx="5849972" cy="338554"/>
              <a:chOff x="3130198" y="2998806"/>
              <a:chExt cx="5849972" cy="338554"/>
            </a:xfrm>
          </p:grpSpPr>
          <p:sp>
            <p:nvSpPr>
              <p:cNvPr id="25" name="TextBox 24">
                <a:extLst>
                  <a:ext uri="{FF2B5EF4-FFF2-40B4-BE49-F238E27FC236}">
                    <a16:creationId xmlns:a16="http://schemas.microsoft.com/office/drawing/2014/main" id="{E49F8047-2F8F-A02B-B3C5-F85DD0674595}"/>
                  </a:ext>
                </a:extLst>
              </p:cNvPr>
              <p:cNvSpPr txBox="1"/>
              <p:nvPr/>
            </p:nvSpPr>
            <p:spPr>
              <a:xfrm>
                <a:off x="3130198" y="2998806"/>
                <a:ext cx="2249334" cy="338554"/>
              </a:xfrm>
              <a:prstGeom prst="rect">
                <a:avLst/>
              </a:prstGeom>
              <a:noFill/>
            </p:spPr>
            <p:txBody>
              <a:bodyPr wrap="none" rtlCol="0">
                <a:spAutoFit/>
              </a:bodyPr>
              <a:lstStyle/>
              <a:p>
                <a:r>
                  <a:rPr lang="en-US" altLang="zh-CN" sz="1600" b="1" dirty="0">
                    <a:solidFill>
                      <a:srgbClr val="527BBD"/>
                    </a:solidFill>
                    <a:latin typeface="Helvetica" panose="020B0604020202020204" pitchFamily="34" charset="0"/>
                    <a:cs typeface="Helvetica" panose="020B0604020202020204" pitchFamily="34" charset="0"/>
                  </a:rPr>
                  <a:t>Postdoctoral Fellows</a:t>
                </a:r>
                <a:endParaRPr lang="zh-CN" altLang="en-US" sz="1600" b="1" dirty="0">
                  <a:solidFill>
                    <a:srgbClr val="527BBD"/>
                  </a:solidFill>
                  <a:latin typeface="Helvetica" panose="020B0604020202020204" pitchFamily="34" charset="0"/>
                  <a:cs typeface="Helvetica" panose="020B0604020202020204" pitchFamily="34" charset="0"/>
                </a:endParaRPr>
              </a:p>
            </p:txBody>
          </p:sp>
          <p:cxnSp>
            <p:nvCxnSpPr>
              <p:cNvPr id="26" name="Straight Connector 25">
                <a:extLst>
                  <a:ext uri="{FF2B5EF4-FFF2-40B4-BE49-F238E27FC236}">
                    <a16:creationId xmlns:a16="http://schemas.microsoft.com/office/drawing/2014/main" id="{42D603A1-6F5C-8D1B-E078-65DDB4B4E3F0}"/>
                  </a:ext>
                </a:extLst>
              </p:cNvPr>
              <p:cNvCxnSpPr>
                <a:cxnSpLocks/>
              </p:cNvCxnSpPr>
              <p:nvPr/>
            </p:nvCxnSpPr>
            <p:spPr>
              <a:xfrm>
                <a:off x="3211830" y="3296895"/>
                <a:ext cx="576834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CCF2DCBB-A34A-9A3D-7132-6B824D4ED8F6}"/>
                </a:ext>
              </a:extLst>
            </p:cNvPr>
            <p:cNvGrpSpPr/>
            <p:nvPr/>
          </p:nvGrpSpPr>
          <p:grpSpPr>
            <a:xfrm>
              <a:off x="3359644" y="3476388"/>
              <a:ext cx="2652640" cy="1162210"/>
              <a:chOff x="3371219" y="3520641"/>
              <a:chExt cx="2652640" cy="1162210"/>
            </a:xfrm>
          </p:grpSpPr>
          <p:sp>
            <p:nvSpPr>
              <p:cNvPr id="33" name="Rectangle 32">
                <a:extLst>
                  <a:ext uri="{FF2B5EF4-FFF2-40B4-BE49-F238E27FC236}">
                    <a16:creationId xmlns:a16="http://schemas.microsoft.com/office/drawing/2014/main" id="{B4240BE0-6BF9-1F7D-CF62-6FDBB1422FC5}"/>
                  </a:ext>
                </a:extLst>
              </p:cNvPr>
              <p:cNvSpPr/>
              <p:nvPr/>
            </p:nvSpPr>
            <p:spPr>
              <a:xfrm>
                <a:off x="3371219" y="3520641"/>
                <a:ext cx="936484" cy="11622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TextBox 33">
                <a:extLst>
                  <a:ext uri="{FF2B5EF4-FFF2-40B4-BE49-F238E27FC236}">
                    <a16:creationId xmlns:a16="http://schemas.microsoft.com/office/drawing/2014/main" id="{ED362AE9-5CE0-BAB4-2795-B26C6E8C6AE5}"/>
                  </a:ext>
                </a:extLst>
              </p:cNvPr>
              <p:cNvSpPr txBox="1"/>
              <p:nvPr/>
            </p:nvSpPr>
            <p:spPr>
              <a:xfrm>
                <a:off x="4354426" y="3591617"/>
                <a:ext cx="1669433" cy="1015663"/>
              </a:xfrm>
              <a:prstGeom prst="rect">
                <a:avLst/>
              </a:prstGeom>
              <a:noFill/>
            </p:spPr>
            <p:txBody>
              <a:bodyPr wrap="square" rtlCol="0">
                <a:spAutoFit/>
              </a:bodyPr>
              <a:lstStyle/>
              <a:p>
                <a:pPr algn="just"/>
                <a:r>
                  <a:rPr lang="zh-CN" altLang="en-US" sz="1200" dirty="0"/>
                  <a:t>文字文字文字文字文字文字文字文字文字文字文字文字文字文字文字文字文字文字文字文字文字文字</a:t>
                </a:r>
              </a:p>
            </p:txBody>
          </p:sp>
        </p:grpSp>
        <p:grpSp>
          <p:nvGrpSpPr>
            <p:cNvPr id="36" name="Group 35">
              <a:extLst>
                <a:ext uri="{FF2B5EF4-FFF2-40B4-BE49-F238E27FC236}">
                  <a16:creationId xmlns:a16="http://schemas.microsoft.com/office/drawing/2014/main" id="{011943A2-22E9-A80D-4A28-8B54A4BA3B86}"/>
                </a:ext>
              </a:extLst>
            </p:cNvPr>
            <p:cNvGrpSpPr/>
            <p:nvPr/>
          </p:nvGrpSpPr>
          <p:grpSpPr>
            <a:xfrm>
              <a:off x="6271972" y="3476388"/>
              <a:ext cx="2652640" cy="1162210"/>
              <a:chOff x="3371219" y="3520641"/>
              <a:chExt cx="2652640" cy="1162210"/>
            </a:xfrm>
          </p:grpSpPr>
          <p:sp>
            <p:nvSpPr>
              <p:cNvPr id="37" name="Rectangle 36">
                <a:extLst>
                  <a:ext uri="{FF2B5EF4-FFF2-40B4-BE49-F238E27FC236}">
                    <a16:creationId xmlns:a16="http://schemas.microsoft.com/office/drawing/2014/main" id="{231441C6-80AB-31A6-A067-6203FCAA9463}"/>
                  </a:ext>
                </a:extLst>
              </p:cNvPr>
              <p:cNvSpPr/>
              <p:nvPr/>
            </p:nvSpPr>
            <p:spPr>
              <a:xfrm>
                <a:off x="3371219" y="3520641"/>
                <a:ext cx="936484" cy="11622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TextBox 37">
                <a:extLst>
                  <a:ext uri="{FF2B5EF4-FFF2-40B4-BE49-F238E27FC236}">
                    <a16:creationId xmlns:a16="http://schemas.microsoft.com/office/drawing/2014/main" id="{C6825250-C326-1C84-E522-5F024FFF9B60}"/>
                  </a:ext>
                </a:extLst>
              </p:cNvPr>
              <p:cNvSpPr txBox="1"/>
              <p:nvPr/>
            </p:nvSpPr>
            <p:spPr>
              <a:xfrm>
                <a:off x="4354426" y="3591617"/>
                <a:ext cx="1669433" cy="1015663"/>
              </a:xfrm>
              <a:prstGeom prst="rect">
                <a:avLst/>
              </a:prstGeom>
              <a:noFill/>
            </p:spPr>
            <p:txBody>
              <a:bodyPr wrap="square" rtlCol="0">
                <a:spAutoFit/>
              </a:bodyPr>
              <a:lstStyle/>
              <a:p>
                <a:pPr algn="just"/>
                <a:r>
                  <a:rPr lang="zh-CN" altLang="en-US" sz="1200" dirty="0"/>
                  <a:t>文字文字文字文字文字文字文字文字文字文字文字文字文字文字文字文字文字文字文字文字文字文字</a:t>
                </a:r>
              </a:p>
            </p:txBody>
          </p:sp>
        </p:grpSp>
      </p:grpSp>
      <p:grpSp>
        <p:nvGrpSpPr>
          <p:cNvPr id="43" name="Group 42">
            <a:extLst>
              <a:ext uri="{FF2B5EF4-FFF2-40B4-BE49-F238E27FC236}">
                <a16:creationId xmlns:a16="http://schemas.microsoft.com/office/drawing/2014/main" id="{67F163FD-EBFA-D662-931B-76A30A331F88}"/>
              </a:ext>
            </a:extLst>
          </p:cNvPr>
          <p:cNvGrpSpPr/>
          <p:nvPr/>
        </p:nvGrpSpPr>
        <p:grpSpPr>
          <a:xfrm>
            <a:off x="3171012" y="4928402"/>
            <a:ext cx="5849972" cy="1639792"/>
            <a:chOff x="3171014" y="2998806"/>
            <a:chExt cx="5849972" cy="1639792"/>
          </a:xfrm>
        </p:grpSpPr>
        <p:grpSp>
          <p:nvGrpSpPr>
            <p:cNvPr id="44" name="Group 43">
              <a:extLst>
                <a:ext uri="{FF2B5EF4-FFF2-40B4-BE49-F238E27FC236}">
                  <a16:creationId xmlns:a16="http://schemas.microsoft.com/office/drawing/2014/main" id="{6101590A-722D-FD9D-DBEA-06D6337F6090}"/>
                </a:ext>
              </a:extLst>
            </p:cNvPr>
            <p:cNvGrpSpPr/>
            <p:nvPr/>
          </p:nvGrpSpPr>
          <p:grpSpPr>
            <a:xfrm>
              <a:off x="3171014" y="2998806"/>
              <a:ext cx="5849972" cy="338554"/>
              <a:chOff x="3130198" y="2998806"/>
              <a:chExt cx="5849972" cy="338554"/>
            </a:xfrm>
          </p:grpSpPr>
          <p:sp>
            <p:nvSpPr>
              <p:cNvPr id="51" name="TextBox 50">
                <a:extLst>
                  <a:ext uri="{FF2B5EF4-FFF2-40B4-BE49-F238E27FC236}">
                    <a16:creationId xmlns:a16="http://schemas.microsoft.com/office/drawing/2014/main" id="{6845C94E-B3ED-2216-9CAF-7A84BB29C116}"/>
                  </a:ext>
                </a:extLst>
              </p:cNvPr>
              <p:cNvSpPr txBox="1"/>
              <p:nvPr/>
            </p:nvSpPr>
            <p:spPr>
              <a:xfrm>
                <a:off x="3130198" y="2998806"/>
                <a:ext cx="1527982" cy="338554"/>
              </a:xfrm>
              <a:prstGeom prst="rect">
                <a:avLst/>
              </a:prstGeom>
              <a:noFill/>
            </p:spPr>
            <p:txBody>
              <a:bodyPr wrap="none" rtlCol="0">
                <a:spAutoFit/>
              </a:bodyPr>
              <a:lstStyle/>
              <a:p>
                <a:r>
                  <a:rPr lang="en-US" altLang="zh-CN" sz="1600" b="1" dirty="0">
                    <a:solidFill>
                      <a:srgbClr val="527BBD"/>
                    </a:solidFill>
                    <a:latin typeface="Helvetica" panose="020B0604020202020204" pitchFamily="34" charset="0"/>
                    <a:cs typeface="Helvetica" panose="020B0604020202020204" pitchFamily="34" charset="0"/>
                  </a:rPr>
                  <a:t>PhD Students</a:t>
                </a:r>
                <a:endParaRPr lang="zh-CN" altLang="en-US" sz="1600" b="1" dirty="0">
                  <a:solidFill>
                    <a:srgbClr val="527BBD"/>
                  </a:solidFill>
                  <a:latin typeface="Helvetica" panose="020B0604020202020204" pitchFamily="34" charset="0"/>
                  <a:cs typeface="Helvetica" panose="020B0604020202020204" pitchFamily="34" charset="0"/>
                </a:endParaRPr>
              </a:p>
            </p:txBody>
          </p:sp>
          <p:cxnSp>
            <p:nvCxnSpPr>
              <p:cNvPr id="52" name="Straight Connector 51">
                <a:extLst>
                  <a:ext uri="{FF2B5EF4-FFF2-40B4-BE49-F238E27FC236}">
                    <a16:creationId xmlns:a16="http://schemas.microsoft.com/office/drawing/2014/main" id="{267893C2-4FE8-EFEE-7E45-27B55F2ECF71}"/>
                  </a:ext>
                </a:extLst>
              </p:cNvPr>
              <p:cNvCxnSpPr>
                <a:cxnSpLocks/>
              </p:cNvCxnSpPr>
              <p:nvPr/>
            </p:nvCxnSpPr>
            <p:spPr>
              <a:xfrm>
                <a:off x="3211830" y="3296895"/>
                <a:ext cx="576834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ABF277CB-B693-A047-AC4D-777DCFE28EC3}"/>
                </a:ext>
              </a:extLst>
            </p:cNvPr>
            <p:cNvGrpSpPr/>
            <p:nvPr/>
          </p:nvGrpSpPr>
          <p:grpSpPr>
            <a:xfrm>
              <a:off x="3359644" y="3476388"/>
              <a:ext cx="2652640" cy="1162210"/>
              <a:chOff x="3371219" y="3520641"/>
              <a:chExt cx="2652640" cy="1162210"/>
            </a:xfrm>
          </p:grpSpPr>
          <p:sp>
            <p:nvSpPr>
              <p:cNvPr id="49" name="Rectangle 48">
                <a:extLst>
                  <a:ext uri="{FF2B5EF4-FFF2-40B4-BE49-F238E27FC236}">
                    <a16:creationId xmlns:a16="http://schemas.microsoft.com/office/drawing/2014/main" id="{BD7B3908-AEEA-9275-124D-EA5FCA910053}"/>
                  </a:ext>
                </a:extLst>
              </p:cNvPr>
              <p:cNvSpPr/>
              <p:nvPr/>
            </p:nvSpPr>
            <p:spPr>
              <a:xfrm>
                <a:off x="3371219" y="3520641"/>
                <a:ext cx="936484" cy="11622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TextBox 49">
                <a:extLst>
                  <a:ext uri="{FF2B5EF4-FFF2-40B4-BE49-F238E27FC236}">
                    <a16:creationId xmlns:a16="http://schemas.microsoft.com/office/drawing/2014/main" id="{928490C2-4A92-A7E8-8F1A-38E3A978D033}"/>
                  </a:ext>
                </a:extLst>
              </p:cNvPr>
              <p:cNvSpPr txBox="1"/>
              <p:nvPr/>
            </p:nvSpPr>
            <p:spPr>
              <a:xfrm>
                <a:off x="4354426" y="3591617"/>
                <a:ext cx="1669433" cy="1015663"/>
              </a:xfrm>
              <a:prstGeom prst="rect">
                <a:avLst/>
              </a:prstGeom>
              <a:noFill/>
            </p:spPr>
            <p:txBody>
              <a:bodyPr wrap="square" rtlCol="0">
                <a:spAutoFit/>
              </a:bodyPr>
              <a:lstStyle/>
              <a:p>
                <a:pPr algn="just"/>
                <a:r>
                  <a:rPr lang="zh-CN" altLang="en-US" sz="1200" dirty="0"/>
                  <a:t>文字文字文字文字文字文字文字文字文字文字文字文字文字文字文字文字文字文字文字文字文字文字</a:t>
                </a:r>
              </a:p>
            </p:txBody>
          </p:sp>
        </p:grpSp>
        <p:grpSp>
          <p:nvGrpSpPr>
            <p:cNvPr id="46" name="Group 45">
              <a:extLst>
                <a:ext uri="{FF2B5EF4-FFF2-40B4-BE49-F238E27FC236}">
                  <a16:creationId xmlns:a16="http://schemas.microsoft.com/office/drawing/2014/main" id="{C47AD4D4-8E40-D66B-771F-DB74E85C4CAE}"/>
                </a:ext>
              </a:extLst>
            </p:cNvPr>
            <p:cNvGrpSpPr/>
            <p:nvPr/>
          </p:nvGrpSpPr>
          <p:grpSpPr>
            <a:xfrm>
              <a:off x="6271972" y="3476388"/>
              <a:ext cx="2652640" cy="1162210"/>
              <a:chOff x="3371219" y="3520641"/>
              <a:chExt cx="2652640" cy="1162210"/>
            </a:xfrm>
          </p:grpSpPr>
          <p:sp>
            <p:nvSpPr>
              <p:cNvPr id="47" name="Rectangle 46">
                <a:extLst>
                  <a:ext uri="{FF2B5EF4-FFF2-40B4-BE49-F238E27FC236}">
                    <a16:creationId xmlns:a16="http://schemas.microsoft.com/office/drawing/2014/main" id="{4424132E-1C1D-FAB4-E667-D2CC7143AB00}"/>
                  </a:ext>
                </a:extLst>
              </p:cNvPr>
              <p:cNvSpPr/>
              <p:nvPr/>
            </p:nvSpPr>
            <p:spPr>
              <a:xfrm>
                <a:off x="3371219" y="3520641"/>
                <a:ext cx="936484" cy="11622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TextBox 47">
                <a:extLst>
                  <a:ext uri="{FF2B5EF4-FFF2-40B4-BE49-F238E27FC236}">
                    <a16:creationId xmlns:a16="http://schemas.microsoft.com/office/drawing/2014/main" id="{DA15850B-D09E-646D-B445-14313F8433DF}"/>
                  </a:ext>
                </a:extLst>
              </p:cNvPr>
              <p:cNvSpPr txBox="1"/>
              <p:nvPr/>
            </p:nvSpPr>
            <p:spPr>
              <a:xfrm>
                <a:off x="4354426" y="3591617"/>
                <a:ext cx="1669433" cy="1015663"/>
              </a:xfrm>
              <a:prstGeom prst="rect">
                <a:avLst/>
              </a:prstGeom>
              <a:noFill/>
            </p:spPr>
            <p:txBody>
              <a:bodyPr wrap="square" rtlCol="0">
                <a:spAutoFit/>
              </a:bodyPr>
              <a:lstStyle/>
              <a:p>
                <a:pPr algn="just"/>
                <a:r>
                  <a:rPr lang="zh-CN" altLang="en-US" sz="1200" dirty="0"/>
                  <a:t>文字文字文字文字文字文字文字文字文字文字文字文字文字文字文字文字文字文字文字文字文字文字</a:t>
                </a:r>
              </a:p>
            </p:txBody>
          </p:sp>
        </p:grpSp>
      </p:grpSp>
      <p:sp>
        <p:nvSpPr>
          <p:cNvPr id="53" name="Rectangle 52">
            <a:extLst>
              <a:ext uri="{FF2B5EF4-FFF2-40B4-BE49-F238E27FC236}">
                <a16:creationId xmlns:a16="http://schemas.microsoft.com/office/drawing/2014/main" id="{5F2A5F42-E846-CB71-B5E6-4FDC940B5B5F}"/>
              </a:ext>
            </a:extLst>
          </p:cNvPr>
          <p:cNvSpPr/>
          <p:nvPr/>
        </p:nvSpPr>
        <p:spPr>
          <a:xfrm>
            <a:off x="581014" y="829559"/>
            <a:ext cx="1756044" cy="1090664"/>
          </a:xfrm>
          <a:prstGeom prst="rect">
            <a:avLst/>
          </a:prstGeom>
          <a:solidFill>
            <a:srgbClr val="F6F6F6"/>
          </a:solidFill>
          <a:ln>
            <a:noFill/>
          </a:ln>
          <a:effectLst>
            <a:outerShdw blurRad="63500" sx="101000" sy="101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TextBox 53">
            <a:extLst>
              <a:ext uri="{FF2B5EF4-FFF2-40B4-BE49-F238E27FC236}">
                <a16:creationId xmlns:a16="http://schemas.microsoft.com/office/drawing/2014/main" id="{C78D2B89-CB8D-B829-570E-67C9BFBC7CE5}"/>
              </a:ext>
            </a:extLst>
          </p:cNvPr>
          <p:cNvSpPr txBox="1"/>
          <p:nvPr/>
        </p:nvSpPr>
        <p:spPr>
          <a:xfrm>
            <a:off x="548181" y="1172255"/>
            <a:ext cx="1781257" cy="646331"/>
          </a:xfrm>
          <a:prstGeom prst="rect">
            <a:avLst/>
          </a:prstGeom>
          <a:noFill/>
        </p:spPr>
        <p:txBody>
          <a:bodyPr wrap="square" rtlCol="0">
            <a:spAutoFit/>
          </a:bodyPr>
          <a:lstStyle/>
          <a:p>
            <a:pPr marL="171450" indent="-171450">
              <a:buFont typeface="Arial" panose="020B0604020202020204" pitchFamily="34" charset="0"/>
              <a:buChar char="•"/>
            </a:pPr>
            <a:r>
              <a:rPr lang="en-US" altLang="zh-CN" sz="1200" dirty="0">
                <a:latin typeface="Helvetica" panose="020B0604020202020204" pitchFamily="34" charset="0"/>
                <a:cs typeface="Helvetica" panose="020B0604020202020204" pitchFamily="34" charset="0"/>
              </a:rPr>
              <a:t>Principle Investigator</a:t>
            </a:r>
          </a:p>
          <a:p>
            <a:pPr marL="171450" indent="-171450">
              <a:buFont typeface="Arial" panose="020B0604020202020204" pitchFamily="34" charset="0"/>
              <a:buChar char="•"/>
            </a:pPr>
            <a:r>
              <a:rPr lang="en-US" altLang="zh-CN" sz="1200" dirty="0">
                <a:latin typeface="Helvetica" panose="020B0604020202020204" pitchFamily="34" charset="0"/>
                <a:cs typeface="Helvetica" panose="020B0604020202020204" pitchFamily="34" charset="0"/>
              </a:rPr>
              <a:t>Postdoctoral Fellows</a:t>
            </a:r>
          </a:p>
          <a:p>
            <a:pPr marL="171450" indent="-171450">
              <a:buFont typeface="Arial" panose="020B0604020202020204" pitchFamily="34" charset="0"/>
              <a:buChar char="•"/>
            </a:pPr>
            <a:r>
              <a:rPr lang="en-US" altLang="zh-CN" sz="1200" dirty="0">
                <a:latin typeface="Helvetica" panose="020B0604020202020204" pitchFamily="34" charset="0"/>
                <a:cs typeface="Helvetica" panose="020B0604020202020204" pitchFamily="34" charset="0"/>
              </a:rPr>
              <a:t>Ph.D. Students</a:t>
            </a:r>
          </a:p>
        </p:txBody>
      </p:sp>
      <p:sp>
        <p:nvSpPr>
          <p:cNvPr id="55" name="TextBox 54">
            <a:extLst>
              <a:ext uri="{FF2B5EF4-FFF2-40B4-BE49-F238E27FC236}">
                <a16:creationId xmlns:a16="http://schemas.microsoft.com/office/drawing/2014/main" id="{E8EA0B65-7E1E-4146-FA22-68AFE5AD62D0}"/>
              </a:ext>
            </a:extLst>
          </p:cNvPr>
          <p:cNvSpPr txBox="1"/>
          <p:nvPr/>
        </p:nvSpPr>
        <p:spPr>
          <a:xfrm>
            <a:off x="586279" y="841440"/>
            <a:ext cx="971741" cy="307777"/>
          </a:xfrm>
          <a:prstGeom prst="rect">
            <a:avLst/>
          </a:prstGeom>
          <a:noFill/>
        </p:spPr>
        <p:txBody>
          <a:bodyPr wrap="none" rtlCol="0">
            <a:spAutoFit/>
          </a:bodyPr>
          <a:lstStyle/>
          <a:p>
            <a:r>
              <a:rPr lang="en-US" altLang="zh-CN" sz="1400" b="1" dirty="0">
                <a:latin typeface="Helvetica" panose="020B0604020202020204" pitchFamily="34" charset="0"/>
                <a:cs typeface="Helvetica" panose="020B0604020202020204" pitchFamily="34" charset="0"/>
              </a:rPr>
              <a:t>Members</a:t>
            </a:r>
            <a:endParaRPr lang="zh-CN" altLang="en-US" sz="1400" b="1" dirty="0">
              <a:latin typeface="Helvetica" panose="020B0604020202020204" pitchFamily="34" charset="0"/>
              <a:cs typeface="Helvetica" panose="020B0604020202020204" pitchFamily="34" charset="0"/>
            </a:endParaRPr>
          </a:p>
        </p:txBody>
      </p:sp>
      <p:cxnSp>
        <p:nvCxnSpPr>
          <p:cNvPr id="56" name="Straight Connector 55">
            <a:extLst>
              <a:ext uri="{FF2B5EF4-FFF2-40B4-BE49-F238E27FC236}">
                <a16:creationId xmlns:a16="http://schemas.microsoft.com/office/drawing/2014/main" id="{603B623E-CB81-3D37-34A4-4A4EA17B7ED7}"/>
              </a:ext>
            </a:extLst>
          </p:cNvPr>
          <p:cNvCxnSpPr>
            <a:cxnSpLocks/>
          </p:cNvCxnSpPr>
          <p:nvPr/>
        </p:nvCxnSpPr>
        <p:spPr>
          <a:xfrm>
            <a:off x="624417" y="1144714"/>
            <a:ext cx="1669239" cy="0"/>
          </a:xfrm>
          <a:prstGeom prst="line">
            <a:avLst/>
          </a:prstGeom>
          <a:ln w="12700">
            <a:solidFill>
              <a:srgbClr val="0B1F3A"/>
            </a:solidFill>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A2EE95A9-ADF7-7753-49DA-266ABD9A8C63}"/>
              </a:ext>
            </a:extLst>
          </p:cNvPr>
          <p:cNvCxnSpPr>
            <a:cxnSpLocks/>
            <a:endCxn id="54" idx="2"/>
          </p:cNvCxnSpPr>
          <p:nvPr/>
        </p:nvCxnSpPr>
        <p:spPr>
          <a:xfrm flipV="1">
            <a:off x="1117600" y="1818586"/>
            <a:ext cx="321210" cy="11802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67A8E3DE-4EFD-A94A-BFA8-1BE8C87CC6AF}"/>
              </a:ext>
            </a:extLst>
          </p:cNvPr>
          <p:cNvSpPr txBox="1"/>
          <p:nvPr/>
        </p:nvSpPr>
        <p:spPr>
          <a:xfrm>
            <a:off x="172017" y="3022592"/>
            <a:ext cx="2302161" cy="646331"/>
          </a:xfrm>
          <a:prstGeom prst="rect">
            <a:avLst/>
          </a:prstGeom>
          <a:noFill/>
        </p:spPr>
        <p:txBody>
          <a:bodyPr wrap="square" rtlCol="0">
            <a:spAutoFit/>
          </a:bodyPr>
          <a:lstStyle/>
          <a:p>
            <a:r>
              <a:rPr lang="zh-CN" altLang="en-US" dirty="0"/>
              <a:t>浮动悬浮窗，能跟随页面滚动移动的</a:t>
            </a:r>
          </a:p>
        </p:txBody>
      </p:sp>
      <p:cxnSp>
        <p:nvCxnSpPr>
          <p:cNvPr id="6" name="Straight Connector 5">
            <a:extLst>
              <a:ext uri="{FF2B5EF4-FFF2-40B4-BE49-F238E27FC236}">
                <a16:creationId xmlns:a16="http://schemas.microsoft.com/office/drawing/2014/main" id="{6DA521D7-B79F-8E9F-DE5B-03430FD5BDC1}"/>
              </a:ext>
            </a:extLst>
          </p:cNvPr>
          <p:cNvCxnSpPr/>
          <p:nvPr/>
        </p:nvCxnSpPr>
        <p:spPr>
          <a:xfrm>
            <a:off x="0" y="422250"/>
            <a:ext cx="12192000" cy="0"/>
          </a:xfrm>
          <a:prstGeom prst="line">
            <a:avLst/>
          </a:prstGeom>
          <a:ln>
            <a:solidFill>
              <a:srgbClr val="0B1F3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477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10DF-18EC-EDAE-9300-D7908A2934C5}"/>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908711EB-E076-85B5-AA9D-D80C0D3122D4}"/>
              </a:ext>
            </a:extLst>
          </p:cNvPr>
          <p:cNvGrpSpPr/>
          <p:nvPr/>
        </p:nvGrpSpPr>
        <p:grpSpPr>
          <a:xfrm>
            <a:off x="827327" y="2459504"/>
            <a:ext cx="10537346" cy="1938992"/>
            <a:chOff x="996306" y="1989878"/>
            <a:chExt cx="10537346" cy="1938992"/>
          </a:xfrm>
        </p:grpSpPr>
        <p:sp>
          <p:nvSpPr>
            <p:cNvPr id="15" name="TextBox 14">
              <a:extLst>
                <a:ext uri="{FF2B5EF4-FFF2-40B4-BE49-F238E27FC236}">
                  <a16:creationId xmlns:a16="http://schemas.microsoft.com/office/drawing/2014/main" id="{808EBF66-E035-E8CE-8DCD-2113AC509DCD}"/>
                </a:ext>
              </a:extLst>
            </p:cNvPr>
            <p:cNvSpPr txBox="1"/>
            <p:nvPr/>
          </p:nvSpPr>
          <p:spPr>
            <a:xfrm>
              <a:off x="3723152" y="1989878"/>
              <a:ext cx="7810500" cy="1938992"/>
            </a:xfrm>
            <a:prstGeom prst="rect">
              <a:avLst/>
            </a:prstGeom>
            <a:noFill/>
            <a:effectLst/>
          </p:spPr>
          <p:txBody>
            <a:bodyPr wrap="square">
              <a:spAutoFit/>
            </a:bodyPr>
            <a:lstStyle/>
            <a:p>
              <a:pPr algn="ctr"/>
              <a:r>
                <a:rPr lang="en-US" altLang="zh-CN" sz="12000" b="1" dirty="0">
                  <a:gradFill>
                    <a:gsLst>
                      <a:gs pos="40000">
                        <a:srgbClr val="37434E"/>
                      </a:gs>
                      <a:gs pos="0">
                        <a:srgbClr val="525557"/>
                      </a:gs>
                      <a:gs pos="100000">
                        <a:srgbClr val="1B3045"/>
                      </a:gs>
                    </a:gsLst>
                    <a:lin ang="10800000" scaled="0"/>
                  </a:gradFill>
                  <a:latin typeface="Helvetica" panose="020B0604020202020204" pitchFamily="34" charset="0"/>
                  <a:ea typeface="Segoe UI Black" panose="020B0A02040204020203" pitchFamily="34" charset="0"/>
                  <a:cs typeface="Helvetica" panose="020B0604020202020204" pitchFamily="34" charset="0"/>
                </a:rPr>
                <a:t>APEX-Lab</a:t>
              </a:r>
              <a:r>
                <a:rPr lang="en-US" altLang="zh-CN" sz="12000" b="1" dirty="0">
                  <a:gradFill>
                    <a:gsLst>
                      <a:gs pos="0">
                        <a:schemeClr val="tx1">
                          <a:lumMod val="75000"/>
                          <a:lumOff val="25000"/>
                        </a:schemeClr>
                      </a:gs>
                      <a:gs pos="78000">
                        <a:srgbClr val="093D8A"/>
                      </a:gs>
                      <a:gs pos="100000">
                        <a:srgbClr val="083672"/>
                      </a:gs>
                    </a:gsLst>
                    <a:lin ang="13500000" scaled="0"/>
                  </a:gradFill>
                  <a:latin typeface="Helvetica" panose="020B0604020202020204" pitchFamily="34" charset="0"/>
                  <a:ea typeface="Segoe UI Black" panose="020B0A02040204020203" pitchFamily="34" charset="0"/>
                  <a:cs typeface="Helvetica" panose="020B0604020202020204" pitchFamily="34" charset="0"/>
                </a:rPr>
                <a:t> </a:t>
              </a:r>
            </a:p>
          </p:txBody>
        </p:sp>
        <p:pic>
          <p:nvPicPr>
            <p:cNvPr id="5" name="Picture 4">
              <a:extLst>
                <a:ext uri="{FF2B5EF4-FFF2-40B4-BE49-F238E27FC236}">
                  <a16:creationId xmlns:a16="http://schemas.microsoft.com/office/drawing/2014/main" id="{239874C0-685F-4DAE-0B50-875B846104A9}"/>
                </a:ext>
              </a:extLst>
            </p:cNvPr>
            <p:cNvPicPr>
              <a:picLocks noChangeAspect="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l="14550" t="11592" r="9105" b="16720"/>
            <a:stretch>
              <a:fillRect/>
            </a:stretch>
          </p:blipFill>
          <p:spPr>
            <a:xfrm>
              <a:off x="996306" y="2072091"/>
              <a:ext cx="2773228" cy="1774566"/>
            </a:xfrm>
            <a:prstGeom prst="rect">
              <a:avLst/>
            </a:prstGeom>
          </p:spPr>
        </p:pic>
      </p:grpSp>
    </p:spTree>
    <p:extLst>
      <p:ext uri="{BB962C8B-B14F-4D97-AF65-F5344CB8AC3E}">
        <p14:creationId xmlns:p14="http://schemas.microsoft.com/office/powerpoint/2010/main" val="1580902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1152</TotalTime>
  <Words>229</Words>
  <Application>Microsoft Office PowerPoint</Application>
  <PresentationFormat>Widescreen</PresentationFormat>
  <Paragraphs>30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等线</vt:lpstr>
      <vt:lpstr>等线 Light</vt:lpstr>
      <vt:lpstr>Arial</vt:lpstr>
      <vt:lpstr>Helvetica</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Ping</dc:creator>
  <cp:lastModifiedBy>WANG Ping</cp:lastModifiedBy>
  <cp:revision>6</cp:revision>
  <dcterms:created xsi:type="dcterms:W3CDTF">2026-01-07T18:28:27Z</dcterms:created>
  <dcterms:modified xsi:type="dcterms:W3CDTF">2026-01-18T08:18:16Z</dcterms:modified>
</cp:coreProperties>
</file>